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4" r:id="rId3"/>
  </p:sldMasterIdLst>
  <p:notesMasterIdLst>
    <p:notesMasterId r:id="rId24"/>
  </p:notesMasterIdLst>
  <p:sldIdLst>
    <p:sldId id="362" r:id="rId4"/>
    <p:sldId id="355" r:id="rId5"/>
    <p:sldId id="493" r:id="rId6"/>
    <p:sldId id="368" r:id="rId7"/>
    <p:sldId id="369" r:id="rId8"/>
    <p:sldId id="370" r:id="rId9"/>
    <p:sldId id="371" r:id="rId10"/>
    <p:sldId id="491" r:id="rId11"/>
    <p:sldId id="349" r:id="rId12"/>
    <p:sldId id="476" r:id="rId13"/>
    <p:sldId id="490" r:id="rId14"/>
    <p:sldId id="271" r:id="rId15"/>
    <p:sldId id="273" r:id="rId16"/>
    <p:sldId id="492" r:id="rId17"/>
    <p:sldId id="494" r:id="rId18"/>
    <p:sldId id="495" r:id="rId19"/>
    <p:sldId id="496" r:id="rId20"/>
    <p:sldId id="497" r:id="rId21"/>
    <p:sldId id="498" r:id="rId22"/>
    <p:sldId id="49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27" autoAdjust="0"/>
    <p:restoredTop sz="94694"/>
  </p:normalViewPr>
  <p:slideViewPr>
    <p:cSldViewPr snapToGrid="0" showGuides="1">
      <p:cViewPr varScale="1">
        <p:scale>
          <a:sx n="98" d="100"/>
          <a:sy n="98" d="100"/>
        </p:scale>
        <p:origin x="208" y="688"/>
      </p:cViewPr>
      <p:guideLst>
        <p:guide orient="horz" pos="2160"/>
        <p:guide pos="3840"/>
      </p:guideLst>
    </p:cSldViewPr>
  </p:slideViewPr>
  <p:notesTextViewPr>
    <p:cViewPr>
      <p:scale>
        <a:sx n="1" d="1"/>
        <a:sy n="1" d="1"/>
      </p:scale>
      <p:origin x="0" y="0"/>
    </p:cViewPr>
  </p:notesTextViewPr>
  <p:sorterViewPr>
    <p:cViewPr>
      <p:scale>
        <a:sx n="150" d="100"/>
        <a:sy n="15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8FE207-883C-4889-B4A0-9C041DEBE10C}" type="datetimeFigureOut">
              <a:rPr lang="en-GB" smtClean="0"/>
              <a:t>08/03/2026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7FDBF5-F6D0-4BCC-AF06-23961AEF592A}" type="slidenum">
              <a:rPr lang="en-GB" smtClean="0"/>
              <a:t>‹#›</a:t>
            </a:fld>
            <a:endParaRPr lang="en-GB"/>
          </a:p>
        </p:txBody>
      </p:sp>
    </p:spTree>
    <p:extLst>
      <p:ext uri="{BB962C8B-B14F-4D97-AF65-F5344CB8AC3E}">
        <p14:creationId xmlns:p14="http://schemas.microsoft.com/office/powerpoint/2010/main" val="19997186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629853F-64F4-4B0E-AD79-156D9FC66E2A}"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550715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629853F-64F4-4B0E-AD79-156D9FC66E2A}"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986532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04ED3-BC4C-DEEE-F389-B680024ED1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534DE68E-0994-24AD-6E01-0446187B20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FDE71B8-455B-4F3B-3410-2E4F5A490C09}"/>
              </a:ext>
            </a:extLst>
          </p:cNvPr>
          <p:cNvSpPr>
            <a:spLocks noGrp="1"/>
          </p:cNvSpPr>
          <p:nvPr>
            <p:ph type="dt" sz="half" idx="10"/>
          </p:nvPr>
        </p:nvSpPr>
        <p:spPr/>
        <p:txBody>
          <a:bodyPr/>
          <a:lstStyle/>
          <a:p>
            <a:fld id="{BFBB9E3F-605D-4A01-A272-F9F7C12C03AD}" type="datetimeFigureOut">
              <a:rPr lang="en-GB" smtClean="0"/>
              <a:t>08/03/2026</a:t>
            </a:fld>
            <a:endParaRPr lang="en-GB"/>
          </a:p>
        </p:txBody>
      </p:sp>
      <p:sp>
        <p:nvSpPr>
          <p:cNvPr id="5" name="Footer Placeholder 4">
            <a:extLst>
              <a:ext uri="{FF2B5EF4-FFF2-40B4-BE49-F238E27FC236}">
                <a16:creationId xmlns:a16="http://schemas.microsoft.com/office/drawing/2014/main" id="{DA2EE18B-EE22-0C09-6EC3-D4DE2750476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08092DE-0B52-3F1A-B2BA-60F77397201E}"/>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13883584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61EF9-24BA-39C4-D013-05DFCBF8262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417F02F-CAD1-091F-2900-98F9B7FF8C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121CB30-333C-ADC8-A5BD-194C76D25A04}"/>
              </a:ext>
            </a:extLst>
          </p:cNvPr>
          <p:cNvSpPr>
            <a:spLocks noGrp="1"/>
          </p:cNvSpPr>
          <p:nvPr>
            <p:ph type="dt" sz="half" idx="10"/>
          </p:nvPr>
        </p:nvSpPr>
        <p:spPr/>
        <p:txBody>
          <a:bodyPr/>
          <a:lstStyle/>
          <a:p>
            <a:fld id="{BFBB9E3F-605D-4A01-A272-F9F7C12C03AD}" type="datetimeFigureOut">
              <a:rPr lang="en-GB" smtClean="0"/>
              <a:t>08/03/2026</a:t>
            </a:fld>
            <a:endParaRPr lang="en-GB"/>
          </a:p>
        </p:txBody>
      </p:sp>
      <p:sp>
        <p:nvSpPr>
          <p:cNvPr id="5" name="Footer Placeholder 4">
            <a:extLst>
              <a:ext uri="{FF2B5EF4-FFF2-40B4-BE49-F238E27FC236}">
                <a16:creationId xmlns:a16="http://schemas.microsoft.com/office/drawing/2014/main" id="{6B7BC09C-36BA-B6DB-6027-F3DBCD937DD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736D8B2-CD1B-F17F-C486-59527787B2E7}"/>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3569986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A17A3-54A8-CDF9-7C27-FEC174E5959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5D44A67-234B-BC27-1113-E9C6E822989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ED098A8-75D6-0915-261E-04859EF73370}"/>
              </a:ext>
            </a:extLst>
          </p:cNvPr>
          <p:cNvSpPr>
            <a:spLocks noGrp="1"/>
          </p:cNvSpPr>
          <p:nvPr>
            <p:ph type="dt" sz="half" idx="10"/>
          </p:nvPr>
        </p:nvSpPr>
        <p:spPr/>
        <p:txBody>
          <a:bodyPr/>
          <a:lstStyle/>
          <a:p>
            <a:fld id="{BFBB9E3F-605D-4A01-A272-F9F7C12C03AD}" type="datetimeFigureOut">
              <a:rPr lang="en-GB" smtClean="0"/>
              <a:t>08/03/2026</a:t>
            </a:fld>
            <a:endParaRPr lang="en-GB"/>
          </a:p>
        </p:txBody>
      </p:sp>
      <p:sp>
        <p:nvSpPr>
          <p:cNvPr id="5" name="Footer Placeholder 4">
            <a:extLst>
              <a:ext uri="{FF2B5EF4-FFF2-40B4-BE49-F238E27FC236}">
                <a16:creationId xmlns:a16="http://schemas.microsoft.com/office/drawing/2014/main" id="{DD99E781-D785-4EC7-4C4D-78EE0287ACB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491A152-BD38-BD43-DCF3-C2B672D3D9CD}"/>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24573521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15A17-ECB8-26D1-43DB-F17EF582C5E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F407D76-766F-ED2E-1739-D74112C35E0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BC4BD46-7A1D-53F0-48D1-C088339741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1A0454D-B13C-88F4-DDB4-548C23BE1668}"/>
              </a:ext>
            </a:extLst>
          </p:cNvPr>
          <p:cNvSpPr>
            <a:spLocks noGrp="1"/>
          </p:cNvSpPr>
          <p:nvPr>
            <p:ph type="dt" sz="half" idx="10"/>
          </p:nvPr>
        </p:nvSpPr>
        <p:spPr/>
        <p:txBody>
          <a:bodyPr/>
          <a:lstStyle/>
          <a:p>
            <a:fld id="{BFBB9E3F-605D-4A01-A272-F9F7C12C03AD}" type="datetimeFigureOut">
              <a:rPr lang="en-GB" smtClean="0"/>
              <a:t>08/03/2026</a:t>
            </a:fld>
            <a:endParaRPr lang="en-GB"/>
          </a:p>
        </p:txBody>
      </p:sp>
      <p:sp>
        <p:nvSpPr>
          <p:cNvPr id="6" name="Footer Placeholder 5">
            <a:extLst>
              <a:ext uri="{FF2B5EF4-FFF2-40B4-BE49-F238E27FC236}">
                <a16:creationId xmlns:a16="http://schemas.microsoft.com/office/drawing/2014/main" id="{7D7C5BCF-CB3D-E11C-EB4D-E660A42452E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B2BB3D5-37ED-8B34-0648-07C55FF4A5E6}"/>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25981160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7BAE3-141A-4A47-9EFC-6FD76E33EEE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1CB56C6-5A51-3F5F-02E1-FC0F86B3CE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3C2D76-A43B-CDBA-965B-D233E37FB0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AD94C45-5724-8CF4-5B33-2C51315856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DDD70F-A79C-6F22-CDEF-48596978676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B855AF6-21B0-9657-4606-4C4282366E0D}"/>
              </a:ext>
            </a:extLst>
          </p:cNvPr>
          <p:cNvSpPr>
            <a:spLocks noGrp="1"/>
          </p:cNvSpPr>
          <p:nvPr>
            <p:ph type="dt" sz="half" idx="10"/>
          </p:nvPr>
        </p:nvSpPr>
        <p:spPr/>
        <p:txBody>
          <a:bodyPr/>
          <a:lstStyle/>
          <a:p>
            <a:fld id="{BFBB9E3F-605D-4A01-A272-F9F7C12C03AD}" type="datetimeFigureOut">
              <a:rPr lang="en-GB" smtClean="0"/>
              <a:t>08/03/2026</a:t>
            </a:fld>
            <a:endParaRPr lang="en-GB"/>
          </a:p>
        </p:txBody>
      </p:sp>
      <p:sp>
        <p:nvSpPr>
          <p:cNvPr id="8" name="Footer Placeholder 7">
            <a:extLst>
              <a:ext uri="{FF2B5EF4-FFF2-40B4-BE49-F238E27FC236}">
                <a16:creationId xmlns:a16="http://schemas.microsoft.com/office/drawing/2014/main" id="{DE27CDBA-8959-04EA-9DE2-980E7620C34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2925378-3A7C-DC81-87C6-962D4B27A903}"/>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4268662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5C4F2-7E23-8ED6-1903-ACF89167C77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6DD8F73-C072-6E62-658C-2F7051942986}"/>
              </a:ext>
            </a:extLst>
          </p:cNvPr>
          <p:cNvSpPr>
            <a:spLocks noGrp="1"/>
          </p:cNvSpPr>
          <p:nvPr>
            <p:ph type="dt" sz="half" idx="10"/>
          </p:nvPr>
        </p:nvSpPr>
        <p:spPr/>
        <p:txBody>
          <a:bodyPr/>
          <a:lstStyle/>
          <a:p>
            <a:fld id="{BFBB9E3F-605D-4A01-A272-F9F7C12C03AD}" type="datetimeFigureOut">
              <a:rPr lang="en-GB" smtClean="0"/>
              <a:t>08/03/2026</a:t>
            </a:fld>
            <a:endParaRPr lang="en-GB"/>
          </a:p>
        </p:txBody>
      </p:sp>
      <p:sp>
        <p:nvSpPr>
          <p:cNvPr id="4" name="Footer Placeholder 3">
            <a:extLst>
              <a:ext uri="{FF2B5EF4-FFF2-40B4-BE49-F238E27FC236}">
                <a16:creationId xmlns:a16="http://schemas.microsoft.com/office/drawing/2014/main" id="{7A1E5671-8138-17F9-5F70-38734810D46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36F3C3A-A8FB-F3AD-B12E-0AB3998A0D85}"/>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511117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08ED4D-39A8-D0CE-77A4-BA0A00E82679}"/>
              </a:ext>
            </a:extLst>
          </p:cNvPr>
          <p:cNvSpPr>
            <a:spLocks noGrp="1"/>
          </p:cNvSpPr>
          <p:nvPr>
            <p:ph type="dt" sz="half" idx="10"/>
          </p:nvPr>
        </p:nvSpPr>
        <p:spPr/>
        <p:txBody>
          <a:bodyPr/>
          <a:lstStyle/>
          <a:p>
            <a:fld id="{BFBB9E3F-605D-4A01-A272-F9F7C12C03AD}" type="datetimeFigureOut">
              <a:rPr lang="en-GB" smtClean="0"/>
              <a:t>08/03/2026</a:t>
            </a:fld>
            <a:endParaRPr lang="en-GB"/>
          </a:p>
        </p:txBody>
      </p:sp>
      <p:sp>
        <p:nvSpPr>
          <p:cNvPr id="3" name="Footer Placeholder 2">
            <a:extLst>
              <a:ext uri="{FF2B5EF4-FFF2-40B4-BE49-F238E27FC236}">
                <a16:creationId xmlns:a16="http://schemas.microsoft.com/office/drawing/2014/main" id="{C57B2102-9354-19B2-05CB-78F333A24DE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D8064A20-E795-5815-9685-703150C688FB}"/>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4672505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AEB8F-465E-CEC4-F2D5-FA3F66F843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58B0699-1C83-DE17-9BF7-4460617B22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AFCA805-BA27-9FE7-FC42-83098F7DCE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8EF0E1-371C-B593-709C-E29E3A5DA07C}"/>
              </a:ext>
            </a:extLst>
          </p:cNvPr>
          <p:cNvSpPr>
            <a:spLocks noGrp="1"/>
          </p:cNvSpPr>
          <p:nvPr>
            <p:ph type="dt" sz="half" idx="10"/>
          </p:nvPr>
        </p:nvSpPr>
        <p:spPr/>
        <p:txBody>
          <a:bodyPr/>
          <a:lstStyle/>
          <a:p>
            <a:fld id="{BFBB9E3F-605D-4A01-A272-F9F7C12C03AD}" type="datetimeFigureOut">
              <a:rPr lang="en-GB" smtClean="0"/>
              <a:t>08/03/2026</a:t>
            </a:fld>
            <a:endParaRPr lang="en-GB"/>
          </a:p>
        </p:txBody>
      </p:sp>
      <p:sp>
        <p:nvSpPr>
          <p:cNvPr id="6" name="Footer Placeholder 5">
            <a:extLst>
              <a:ext uri="{FF2B5EF4-FFF2-40B4-BE49-F238E27FC236}">
                <a16:creationId xmlns:a16="http://schemas.microsoft.com/office/drawing/2014/main" id="{FCFBB21E-5E6E-E3DF-2FF5-C6F370AA8C7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1BE0EBA-BE85-9059-616E-CE8C49F59E74}"/>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3690377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188A1-B5E6-4D6D-84F2-997793C815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6B767B9-674F-12E7-E1D9-841545E914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a:extLst>
              <a:ext uri="{FF2B5EF4-FFF2-40B4-BE49-F238E27FC236}">
                <a16:creationId xmlns:a16="http://schemas.microsoft.com/office/drawing/2014/main" id="{AC1C1710-ADCD-9160-A2A5-29EAF14992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1FB06E-332C-02B3-70A5-CBCA221F0833}"/>
              </a:ext>
            </a:extLst>
          </p:cNvPr>
          <p:cNvSpPr>
            <a:spLocks noGrp="1"/>
          </p:cNvSpPr>
          <p:nvPr>
            <p:ph type="dt" sz="half" idx="10"/>
          </p:nvPr>
        </p:nvSpPr>
        <p:spPr/>
        <p:txBody>
          <a:bodyPr/>
          <a:lstStyle/>
          <a:p>
            <a:fld id="{BFBB9E3F-605D-4A01-A272-F9F7C12C03AD}" type="datetimeFigureOut">
              <a:rPr lang="en-GB" smtClean="0"/>
              <a:t>08/03/2026</a:t>
            </a:fld>
            <a:endParaRPr lang="en-GB"/>
          </a:p>
        </p:txBody>
      </p:sp>
      <p:sp>
        <p:nvSpPr>
          <p:cNvPr id="6" name="Footer Placeholder 5">
            <a:extLst>
              <a:ext uri="{FF2B5EF4-FFF2-40B4-BE49-F238E27FC236}">
                <a16:creationId xmlns:a16="http://schemas.microsoft.com/office/drawing/2014/main" id="{2188FC76-1046-FAD9-4E94-BFBB99F3878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074D668-11A2-CB78-810D-0875A8A5A0CB}"/>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713560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7E474-8FC8-E1E6-3F83-8ABEEC02DAD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81897A4-BD41-C68F-1577-0864A4BB760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4E749C2-451B-706F-F38A-3811453FFD02}"/>
              </a:ext>
            </a:extLst>
          </p:cNvPr>
          <p:cNvSpPr>
            <a:spLocks noGrp="1"/>
          </p:cNvSpPr>
          <p:nvPr>
            <p:ph type="dt" sz="half" idx="10"/>
          </p:nvPr>
        </p:nvSpPr>
        <p:spPr/>
        <p:txBody>
          <a:bodyPr/>
          <a:lstStyle/>
          <a:p>
            <a:fld id="{BFBB9E3F-605D-4A01-A272-F9F7C12C03AD}" type="datetimeFigureOut">
              <a:rPr lang="en-GB" smtClean="0"/>
              <a:t>08/03/2026</a:t>
            </a:fld>
            <a:endParaRPr lang="en-GB"/>
          </a:p>
        </p:txBody>
      </p:sp>
      <p:sp>
        <p:nvSpPr>
          <p:cNvPr id="5" name="Footer Placeholder 4">
            <a:extLst>
              <a:ext uri="{FF2B5EF4-FFF2-40B4-BE49-F238E27FC236}">
                <a16:creationId xmlns:a16="http://schemas.microsoft.com/office/drawing/2014/main" id="{064C5FCE-51E7-2C75-7387-551486CA0E1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61A4B97-13B4-7571-56E3-A24AF75347B6}"/>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1076990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D11040-A316-A60F-E455-142B0D0E6AA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DCE5F9D-CD1B-9012-526F-75B3AE57FD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73201B5-93B5-1929-12DA-084E7EA9AAD1}"/>
              </a:ext>
            </a:extLst>
          </p:cNvPr>
          <p:cNvSpPr>
            <a:spLocks noGrp="1"/>
          </p:cNvSpPr>
          <p:nvPr>
            <p:ph type="dt" sz="half" idx="10"/>
          </p:nvPr>
        </p:nvSpPr>
        <p:spPr/>
        <p:txBody>
          <a:bodyPr/>
          <a:lstStyle/>
          <a:p>
            <a:fld id="{BFBB9E3F-605D-4A01-A272-F9F7C12C03AD}" type="datetimeFigureOut">
              <a:rPr lang="en-GB" smtClean="0"/>
              <a:t>08/03/2026</a:t>
            </a:fld>
            <a:endParaRPr lang="en-GB"/>
          </a:p>
        </p:txBody>
      </p:sp>
      <p:sp>
        <p:nvSpPr>
          <p:cNvPr id="5" name="Footer Placeholder 4">
            <a:extLst>
              <a:ext uri="{FF2B5EF4-FFF2-40B4-BE49-F238E27FC236}">
                <a16:creationId xmlns:a16="http://schemas.microsoft.com/office/drawing/2014/main" id="{96A25E57-2087-6CC6-9969-E7BF228E160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3CF528D-A3C0-F750-96D2-3F4C519670B6}"/>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23513140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5AF16-DA73-17E7-5144-1E3CD710171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F3D3ED3-3F81-8F34-EEFF-1395014EF4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2EE67BB-344B-AA93-1A1A-50E60C5D5CBD}"/>
              </a:ext>
            </a:extLst>
          </p:cNvPr>
          <p:cNvSpPr>
            <a:spLocks noGrp="1"/>
          </p:cNvSpPr>
          <p:nvPr>
            <p:ph type="dt" sz="half" idx="10"/>
          </p:nvPr>
        </p:nvSpPr>
        <p:spPr/>
        <p:txBody>
          <a:bodyPr/>
          <a:lstStyle/>
          <a:p>
            <a:fld id="{174120BC-B586-4FB9-9B70-7E60C9309D7D}" type="datetimeFigureOut">
              <a:rPr lang="en-GB" smtClean="0"/>
              <a:t>08/03/2026</a:t>
            </a:fld>
            <a:endParaRPr lang="en-GB"/>
          </a:p>
        </p:txBody>
      </p:sp>
      <p:sp>
        <p:nvSpPr>
          <p:cNvPr id="5" name="Footer Placeholder 4">
            <a:extLst>
              <a:ext uri="{FF2B5EF4-FFF2-40B4-BE49-F238E27FC236}">
                <a16:creationId xmlns:a16="http://schemas.microsoft.com/office/drawing/2014/main" id="{1E98C5F4-D8F4-5938-1EA0-BC8AB736F85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7D19C71-A47B-796F-2D6A-525CA87A4C63}"/>
              </a:ext>
            </a:extLst>
          </p:cNvPr>
          <p:cNvSpPr>
            <a:spLocks noGrp="1"/>
          </p:cNvSpPr>
          <p:nvPr>
            <p:ph type="sldNum" sz="quarter" idx="12"/>
          </p:nvPr>
        </p:nvSpPr>
        <p:spPr/>
        <p:txBody>
          <a:bodyPr/>
          <a:lstStyle/>
          <a:p>
            <a:fld id="{48D55D73-4877-4611-AE78-FE88AE02E447}" type="slidenum">
              <a:rPr lang="en-GB" smtClean="0"/>
              <a:t>‹#›</a:t>
            </a:fld>
            <a:endParaRPr lang="en-GB"/>
          </a:p>
        </p:txBody>
      </p:sp>
    </p:spTree>
    <p:extLst>
      <p:ext uri="{BB962C8B-B14F-4D97-AF65-F5344CB8AC3E}">
        <p14:creationId xmlns:p14="http://schemas.microsoft.com/office/powerpoint/2010/main" val="14205303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2AA7F-56D1-E1FC-07FD-B577CC4A232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A1C5DD5-3339-759C-9E33-9A9323C5BD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E9F3058-3C3A-D1C5-EDD1-46D34116703B}"/>
              </a:ext>
            </a:extLst>
          </p:cNvPr>
          <p:cNvSpPr>
            <a:spLocks noGrp="1"/>
          </p:cNvSpPr>
          <p:nvPr>
            <p:ph type="dt" sz="half" idx="10"/>
          </p:nvPr>
        </p:nvSpPr>
        <p:spPr/>
        <p:txBody>
          <a:bodyPr/>
          <a:lstStyle/>
          <a:p>
            <a:fld id="{174120BC-B586-4FB9-9B70-7E60C9309D7D}" type="datetimeFigureOut">
              <a:rPr lang="en-GB" smtClean="0"/>
              <a:t>08/03/2026</a:t>
            </a:fld>
            <a:endParaRPr lang="en-GB"/>
          </a:p>
        </p:txBody>
      </p:sp>
      <p:sp>
        <p:nvSpPr>
          <p:cNvPr id="5" name="Footer Placeholder 4">
            <a:extLst>
              <a:ext uri="{FF2B5EF4-FFF2-40B4-BE49-F238E27FC236}">
                <a16:creationId xmlns:a16="http://schemas.microsoft.com/office/drawing/2014/main" id="{E0C91A00-E8B2-C21D-2496-1E2C00497E6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B7576E7-864C-8130-A740-57FF89BDB041}"/>
              </a:ext>
            </a:extLst>
          </p:cNvPr>
          <p:cNvSpPr>
            <a:spLocks noGrp="1"/>
          </p:cNvSpPr>
          <p:nvPr>
            <p:ph type="sldNum" sz="quarter" idx="12"/>
          </p:nvPr>
        </p:nvSpPr>
        <p:spPr/>
        <p:txBody>
          <a:bodyPr/>
          <a:lstStyle/>
          <a:p>
            <a:fld id="{48D55D73-4877-4611-AE78-FE88AE02E447}" type="slidenum">
              <a:rPr lang="en-GB" smtClean="0"/>
              <a:t>‹#›</a:t>
            </a:fld>
            <a:endParaRPr lang="en-GB"/>
          </a:p>
        </p:txBody>
      </p:sp>
    </p:spTree>
    <p:extLst>
      <p:ext uri="{BB962C8B-B14F-4D97-AF65-F5344CB8AC3E}">
        <p14:creationId xmlns:p14="http://schemas.microsoft.com/office/powerpoint/2010/main" val="28648853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7A28A-2C4C-DDF5-429F-DA74AF5B1E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15423C2-35C4-0F78-99F6-B85EB28CE1B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66E985-BE2F-EC4F-B7B8-515A89B4FA93}"/>
              </a:ext>
            </a:extLst>
          </p:cNvPr>
          <p:cNvSpPr>
            <a:spLocks noGrp="1"/>
          </p:cNvSpPr>
          <p:nvPr>
            <p:ph type="dt" sz="half" idx="10"/>
          </p:nvPr>
        </p:nvSpPr>
        <p:spPr/>
        <p:txBody>
          <a:bodyPr/>
          <a:lstStyle/>
          <a:p>
            <a:fld id="{174120BC-B586-4FB9-9B70-7E60C9309D7D}" type="datetimeFigureOut">
              <a:rPr lang="en-GB" smtClean="0"/>
              <a:t>08/03/2026</a:t>
            </a:fld>
            <a:endParaRPr lang="en-GB"/>
          </a:p>
        </p:txBody>
      </p:sp>
      <p:sp>
        <p:nvSpPr>
          <p:cNvPr id="5" name="Footer Placeholder 4">
            <a:extLst>
              <a:ext uri="{FF2B5EF4-FFF2-40B4-BE49-F238E27FC236}">
                <a16:creationId xmlns:a16="http://schemas.microsoft.com/office/drawing/2014/main" id="{116F0875-D67F-48F6-27B3-7F14EE2748B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70FEF40-4057-BD25-3468-CF50AC27D5A2}"/>
              </a:ext>
            </a:extLst>
          </p:cNvPr>
          <p:cNvSpPr>
            <a:spLocks noGrp="1"/>
          </p:cNvSpPr>
          <p:nvPr>
            <p:ph type="sldNum" sz="quarter" idx="12"/>
          </p:nvPr>
        </p:nvSpPr>
        <p:spPr/>
        <p:txBody>
          <a:bodyPr/>
          <a:lstStyle/>
          <a:p>
            <a:fld id="{48D55D73-4877-4611-AE78-FE88AE02E447}" type="slidenum">
              <a:rPr lang="en-GB" smtClean="0"/>
              <a:t>‹#›</a:t>
            </a:fld>
            <a:endParaRPr lang="en-GB"/>
          </a:p>
        </p:txBody>
      </p:sp>
    </p:spTree>
    <p:extLst>
      <p:ext uri="{BB962C8B-B14F-4D97-AF65-F5344CB8AC3E}">
        <p14:creationId xmlns:p14="http://schemas.microsoft.com/office/powerpoint/2010/main" val="5359247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AC464-32B1-8DFA-0390-22DAD7EE1DD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767367B-92AB-90C7-46C6-2CA79B5384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3CB6D7FE-A6A5-CFEB-6D84-B77BA27C65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3DA05AB3-E2FF-5B12-73B7-EE242BC8FC1D}"/>
              </a:ext>
            </a:extLst>
          </p:cNvPr>
          <p:cNvSpPr>
            <a:spLocks noGrp="1"/>
          </p:cNvSpPr>
          <p:nvPr>
            <p:ph type="dt" sz="half" idx="10"/>
          </p:nvPr>
        </p:nvSpPr>
        <p:spPr/>
        <p:txBody>
          <a:bodyPr/>
          <a:lstStyle/>
          <a:p>
            <a:fld id="{174120BC-B586-4FB9-9B70-7E60C9309D7D}" type="datetimeFigureOut">
              <a:rPr lang="en-GB" smtClean="0"/>
              <a:t>08/03/2026</a:t>
            </a:fld>
            <a:endParaRPr lang="en-GB"/>
          </a:p>
        </p:txBody>
      </p:sp>
      <p:sp>
        <p:nvSpPr>
          <p:cNvPr id="6" name="Footer Placeholder 5">
            <a:extLst>
              <a:ext uri="{FF2B5EF4-FFF2-40B4-BE49-F238E27FC236}">
                <a16:creationId xmlns:a16="http://schemas.microsoft.com/office/drawing/2014/main" id="{F35DE94C-CEB6-ABE2-B692-26E2513D893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A94B05A-32E8-9BF8-8D49-DFB90022C1F3}"/>
              </a:ext>
            </a:extLst>
          </p:cNvPr>
          <p:cNvSpPr>
            <a:spLocks noGrp="1"/>
          </p:cNvSpPr>
          <p:nvPr>
            <p:ph type="sldNum" sz="quarter" idx="12"/>
          </p:nvPr>
        </p:nvSpPr>
        <p:spPr/>
        <p:txBody>
          <a:bodyPr/>
          <a:lstStyle/>
          <a:p>
            <a:fld id="{48D55D73-4877-4611-AE78-FE88AE02E447}" type="slidenum">
              <a:rPr lang="en-GB" smtClean="0"/>
              <a:t>‹#›</a:t>
            </a:fld>
            <a:endParaRPr lang="en-GB"/>
          </a:p>
        </p:txBody>
      </p:sp>
    </p:spTree>
    <p:extLst>
      <p:ext uri="{BB962C8B-B14F-4D97-AF65-F5344CB8AC3E}">
        <p14:creationId xmlns:p14="http://schemas.microsoft.com/office/powerpoint/2010/main" val="11923101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F0208-47F0-7972-ACF6-5A1CC08F38F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60A7EDC-A3F4-B4C7-ACD6-63A67F9195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3BD2E71-7C6B-DCF4-511B-B97C5277CC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1E3A7FF-9A5A-EF7D-A607-590A7536A3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632839-853D-7E95-2CCA-92EA6048B5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A5D0D18-2EFB-A2E6-FC23-B503484B426A}"/>
              </a:ext>
            </a:extLst>
          </p:cNvPr>
          <p:cNvSpPr>
            <a:spLocks noGrp="1"/>
          </p:cNvSpPr>
          <p:nvPr>
            <p:ph type="dt" sz="half" idx="10"/>
          </p:nvPr>
        </p:nvSpPr>
        <p:spPr/>
        <p:txBody>
          <a:bodyPr/>
          <a:lstStyle/>
          <a:p>
            <a:fld id="{174120BC-B586-4FB9-9B70-7E60C9309D7D}" type="datetimeFigureOut">
              <a:rPr lang="en-GB" smtClean="0"/>
              <a:t>08/03/2026</a:t>
            </a:fld>
            <a:endParaRPr lang="en-GB"/>
          </a:p>
        </p:txBody>
      </p:sp>
      <p:sp>
        <p:nvSpPr>
          <p:cNvPr id="8" name="Footer Placeholder 7">
            <a:extLst>
              <a:ext uri="{FF2B5EF4-FFF2-40B4-BE49-F238E27FC236}">
                <a16:creationId xmlns:a16="http://schemas.microsoft.com/office/drawing/2014/main" id="{4AD8F49F-0D4F-2647-2897-82A6CE5FEEB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2253135-E24A-5F9C-AB3E-24AA13247103}"/>
              </a:ext>
            </a:extLst>
          </p:cNvPr>
          <p:cNvSpPr>
            <a:spLocks noGrp="1"/>
          </p:cNvSpPr>
          <p:nvPr>
            <p:ph type="sldNum" sz="quarter" idx="12"/>
          </p:nvPr>
        </p:nvSpPr>
        <p:spPr/>
        <p:txBody>
          <a:bodyPr/>
          <a:lstStyle/>
          <a:p>
            <a:fld id="{48D55D73-4877-4611-AE78-FE88AE02E447}" type="slidenum">
              <a:rPr lang="en-GB" smtClean="0"/>
              <a:t>‹#›</a:t>
            </a:fld>
            <a:endParaRPr lang="en-GB"/>
          </a:p>
        </p:txBody>
      </p:sp>
    </p:spTree>
    <p:extLst>
      <p:ext uri="{BB962C8B-B14F-4D97-AF65-F5344CB8AC3E}">
        <p14:creationId xmlns:p14="http://schemas.microsoft.com/office/powerpoint/2010/main" val="9004979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0998A-CE46-915D-EE98-92AE678E3B89}"/>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94B99F1-06DD-281F-1A0B-9F3E3F54FAE1}"/>
              </a:ext>
            </a:extLst>
          </p:cNvPr>
          <p:cNvSpPr>
            <a:spLocks noGrp="1"/>
          </p:cNvSpPr>
          <p:nvPr>
            <p:ph type="dt" sz="half" idx="10"/>
          </p:nvPr>
        </p:nvSpPr>
        <p:spPr/>
        <p:txBody>
          <a:bodyPr/>
          <a:lstStyle/>
          <a:p>
            <a:fld id="{174120BC-B586-4FB9-9B70-7E60C9309D7D}" type="datetimeFigureOut">
              <a:rPr lang="en-GB" smtClean="0"/>
              <a:t>08/03/2026</a:t>
            </a:fld>
            <a:endParaRPr lang="en-GB"/>
          </a:p>
        </p:txBody>
      </p:sp>
      <p:sp>
        <p:nvSpPr>
          <p:cNvPr id="4" name="Footer Placeholder 3">
            <a:extLst>
              <a:ext uri="{FF2B5EF4-FFF2-40B4-BE49-F238E27FC236}">
                <a16:creationId xmlns:a16="http://schemas.microsoft.com/office/drawing/2014/main" id="{B24E0E75-0DE5-3641-F9D2-B2208F16DA1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3EA7364C-9AA6-6CAD-8CCF-34D2DEF7A250}"/>
              </a:ext>
            </a:extLst>
          </p:cNvPr>
          <p:cNvSpPr>
            <a:spLocks noGrp="1"/>
          </p:cNvSpPr>
          <p:nvPr>
            <p:ph type="sldNum" sz="quarter" idx="12"/>
          </p:nvPr>
        </p:nvSpPr>
        <p:spPr/>
        <p:txBody>
          <a:bodyPr/>
          <a:lstStyle/>
          <a:p>
            <a:fld id="{48D55D73-4877-4611-AE78-FE88AE02E447}" type="slidenum">
              <a:rPr lang="en-GB" smtClean="0"/>
              <a:t>‹#›</a:t>
            </a:fld>
            <a:endParaRPr lang="en-GB"/>
          </a:p>
        </p:txBody>
      </p:sp>
    </p:spTree>
    <p:extLst>
      <p:ext uri="{BB962C8B-B14F-4D97-AF65-F5344CB8AC3E}">
        <p14:creationId xmlns:p14="http://schemas.microsoft.com/office/powerpoint/2010/main" val="22026481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1BA4F8-B78F-8B0C-00AA-A726687676A5}"/>
              </a:ext>
            </a:extLst>
          </p:cNvPr>
          <p:cNvSpPr>
            <a:spLocks noGrp="1"/>
          </p:cNvSpPr>
          <p:nvPr>
            <p:ph type="dt" sz="half" idx="10"/>
          </p:nvPr>
        </p:nvSpPr>
        <p:spPr/>
        <p:txBody>
          <a:bodyPr/>
          <a:lstStyle/>
          <a:p>
            <a:fld id="{174120BC-B586-4FB9-9B70-7E60C9309D7D}" type="datetimeFigureOut">
              <a:rPr lang="en-GB" smtClean="0"/>
              <a:t>08/03/2026</a:t>
            </a:fld>
            <a:endParaRPr lang="en-GB"/>
          </a:p>
        </p:txBody>
      </p:sp>
      <p:sp>
        <p:nvSpPr>
          <p:cNvPr id="3" name="Footer Placeholder 2">
            <a:extLst>
              <a:ext uri="{FF2B5EF4-FFF2-40B4-BE49-F238E27FC236}">
                <a16:creationId xmlns:a16="http://schemas.microsoft.com/office/drawing/2014/main" id="{2D42C95E-F21B-9E75-EEC5-169D4CF5EDC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2F51424-2364-3B86-88D4-4A9F087B6C15}"/>
              </a:ext>
            </a:extLst>
          </p:cNvPr>
          <p:cNvSpPr>
            <a:spLocks noGrp="1"/>
          </p:cNvSpPr>
          <p:nvPr>
            <p:ph type="sldNum" sz="quarter" idx="12"/>
          </p:nvPr>
        </p:nvSpPr>
        <p:spPr/>
        <p:txBody>
          <a:bodyPr/>
          <a:lstStyle/>
          <a:p>
            <a:fld id="{48D55D73-4877-4611-AE78-FE88AE02E447}" type="slidenum">
              <a:rPr lang="en-GB" smtClean="0"/>
              <a:t>‹#›</a:t>
            </a:fld>
            <a:endParaRPr lang="en-GB"/>
          </a:p>
        </p:txBody>
      </p:sp>
    </p:spTree>
    <p:extLst>
      <p:ext uri="{BB962C8B-B14F-4D97-AF65-F5344CB8AC3E}">
        <p14:creationId xmlns:p14="http://schemas.microsoft.com/office/powerpoint/2010/main" val="14531518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E81D1-DB35-E748-021E-C3287CC757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B8F6449-3F99-7A84-537E-7E39039F00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ACD3259-3772-7973-83F9-AD3F6B0868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81B2B1-CCEB-8BD8-E576-616C1C4B2AC4}"/>
              </a:ext>
            </a:extLst>
          </p:cNvPr>
          <p:cNvSpPr>
            <a:spLocks noGrp="1"/>
          </p:cNvSpPr>
          <p:nvPr>
            <p:ph type="dt" sz="half" idx="10"/>
          </p:nvPr>
        </p:nvSpPr>
        <p:spPr/>
        <p:txBody>
          <a:bodyPr/>
          <a:lstStyle/>
          <a:p>
            <a:fld id="{174120BC-B586-4FB9-9B70-7E60C9309D7D}" type="datetimeFigureOut">
              <a:rPr lang="en-GB" smtClean="0"/>
              <a:t>08/03/2026</a:t>
            </a:fld>
            <a:endParaRPr lang="en-GB"/>
          </a:p>
        </p:txBody>
      </p:sp>
      <p:sp>
        <p:nvSpPr>
          <p:cNvPr id="6" name="Footer Placeholder 5">
            <a:extLst>
              <a:ext uri="{FF2B5EF4-FFF2-40B4-BE49-F238E27FC236}">
                <a16:creationId xmlns:a16="http://schemas.microsoft.com/office/drawing/2014/main" id="{C18A106F-F755-7936-4060-B84A5DC4354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AACE9EC-2887-492A-A3F1-5AFA6C8196B9}"/>
              </a:ext>
            </a:extLst>
          </p:cNvPr>
          <p:cNvSpPr>
            <a:spLocks noGrp="1"/>
          </p:cNvSpPr>
          <p:nvPr>
            <p:ph type="sldNum" sz="quarter" idx="12"/>
          </p:nvPr>
        </p:nvSpPr>
        <p:spPr/>
        <p:txBody>
          <a:bodyPr/>
          <a:lstStyle/>
          <a:p>
            <a:fld id="{48D55D73-4877-4611-AE78-FE88AE02E447}" type="slidenum">
              <a:rPr lang="en-GB" smtClean="0"/>
              <a:t>‹#›</a:t>
            </a:fld>
            <a:endParaRPr lang="en-GB"/>
          </a:p>
        </p:txBody>
      </p:sp>
    </p:spTree>
    <p:extLst>
      <p:ext uri="{BB962C8B-B14F-4D97-AF65-F5344CB8AC3E}">
        <p14:creationId xmlns:p14="http://schemas.microsoft.com/office/powerpoint/2010/main" val="34138376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38966-7328-90E4-0D3A-E5DACA7F3B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3639B82-D3C9-A015-A1F6-ACD49DCABA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C38B5CCE-0DB5-D78E-716B-DD45220A97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64F254-27D5-F95C-A1F9-D078614D0C54}"/>
              </a:ext>
            </a:extLst>
          </p:cNvPr>
          <p:cNvSpPr>
            <a:spLocks noGrp="1"/>
          </p:cNvSpPr>
          <p:nvPr>
            <p:ph type="dt" sz="half" idx="10"/>
          </p:nvPr>
        </p:nvSpPr>
        <p:spPr/>
        <p:txBody>
          <a:bodyPr/>
          <a:lstStyle/>
          <a:p>
            <a:fld id="{174120BC-B586-4FB9-9B70-7E60C9309D7D}" type="datetimeFigureOut">
              <a:rPr lang="en-GB" smtClean="0"/>
              <a:t>08/03/2026</a:t>
            </a:fld>
            <a:endParaRPr lang="en-GB"/>
          </a:p>
        </p:txBody>
      </p:sp>
      <p:sp>
        <p:nvSpPr>
          <p:cNvPr id="6" name="Footer Placeholder 5">
            <a:extLst>
              <a:ext uri="{FF2B5EF4-FFF2-40B4-BE49-F238E27FC236}">
                <a16:creationId xmlns:a16="http://schemas.microsoft.com/office/drawing/2014/main" id="{96EBE616-31C3-B207-9346-AB5078B78A2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A757E8E-296A-0436-11A3-2CD8900359E7}"/>
              </a:ext>
            </a:extLst>
          </p:cNvPr>
          <p:cNvSpPr>
            <a:spLocks noGrp="1"/>
          </p:cNvSpPr>
          <p:nvPr>
            <p:ph type="sldNum" sz="quarter" idx="12"/>
          </p:nvPr>
        </p:nvSpPr>
        <p:spPr/>
        <p:txBody>
          <a:bodyPr/>
          <a:lstStyle/>
          <a:p>
            <a:fld id="{48D55D73-4877-4611-AE78-FE88AE02E447}" type="slidenum">
              <a:rPr lang="en-GB" smtClean="0"/>
              <a:t>‹#›</a:t>
            </a:fld>
            <a:endParaRPr lang="en-GB"/>
          </a:p>
        </p:txBody>
      </p:sp>
    </p:spTree>
    <p:extLst>
      <p:ext uri="{BB962C8B-B14F-4D97-AF65-F5344CB8AC3E}">
        <p14:creationId xmlns:p14="http://schemas.microsoft.com/office/powerpoint/2010/main" val="27936991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CE865-7D21-171D-DD84-8A4D775926A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E6E22E6-8302-2645-46BD-D0A807004D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1E319A8-C01A-6EE6-1229-9322A1138EC6}"/>
              </a:ext>
            </a:extLst>
          </p:cNvPr>
          <p:cNvSpPr>
            <a:spLocks noGrp="1"/>
          </p:cNvSpPr>
          <p:nvPr>
            <p:ph type="dt" sz="half" idx="10"/>
          </p:nvPr>
        </p:nvSpPr>
        <p:spPr/>
        <p:txBody>
          <a:bodyPr/>
          <a:lstStyle/>
          <a:p>
            <a:fld id="{174120BC-B586-4FB9-9B70-7E60C9309D7D}" type="datetimeFigureOut">
              <a:rPr lang="en-GB" smtClean="0"/>
              <a:t>08/03/2026</a:t>
            </a:fld>
            <a:endParaRPr lang="en-GB"/>
          </a:p>
        </p:txBody>
      </p:sp>
      <p:sp>
        <p:nvSpPr>
          <p:cNvPr id="5" name="Footer Placeholder 4">
            <a:extLst>
              <a:ext uri="{FF2B5EF4-FFF2-40B4-BE49-F238E27FC236}">
                <a16:creationId xmlns:a16="http://schemas.microsoft.com/office/drawing/2014/main" id="{E3CA178F-E758-3315-2194-160E12D6223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FD9C395-1E69-C686-DB9D-2E1707502115}"/>
              </a:ext>
            </a:extLst>
          </p:cNvPr>
          <p:cNvSpPr>
            <a:spLocks noGrp="1"/>
          </p:cNvSpPr>
          <p:nvPr>
            <p:ph type="sldNum" sz="quarter" idx="12"/>
          </p:nvPr>
        </p:nvSpPr>
        <p:spPr/>
        <p:txBody>
          <a:bodyPr/>
          <a:lstStyle/>
          <a:p>
            <a:fld id="{48D55D73-4877-4611-AE78-FE88AE02E447}" type="slidenum">
              <a:rPr lang="en-GB" smtClean="0"/>
              <a:t>‹#›</a:t>
            </a:fld>
            <a:endParaRPr lang="en-GB"/>
          </a:p>
        </p:txBody>
      </p:sp>
    </p:spTree>
    <p:extLst>
      <p:ext uri="{BB962C8B-B14F-4D97-AF65-F5344CB8AC3E}">
        <p14:creationId xmlns:p14="http://schemas.microsoft.com/office/powerpoint/2010/main" val="8541170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60770C-DCA6-D100-94BB-027D431C1E7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EF1D013-A4E3-F39D-9207-7B610AE989A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5766B5F-D8FA-0AF0-3433-C84F6C1EAB52}"/>
              </a:ext>
            </a:extLst>
          </p:cNvPr>
          <p:cNvSpPr>
            <a:spLocks noGrp="1"/>
          </p:cNvSpPr>
          <p:nvPr>
            <p:ph type="dt" sz="half" idx="10"/>
          </p:nvPr>
        </p:nvSpPr>
        <p:spPr/>
        <p:txBody>
          <a:bodyPr/>
          <a:lstStyle/>
          <a:p>
            <a:fld id="{174120BC-B586-4FB9-9B70-7E60C9309D7D}" type="datetimeFigureOut">
              <a:rPr lang="en-GB" smtClean="0"/>
              <a:t>08/03/2026</a:t>
            </a:fld>
            <a:endParaRPr lang="en-GB"/>
          </a:p>
        </p:txBody>
      </p:sp>
      <p:sp>
        <p:nvSpPr>
          <p:cNvPr id="5" name="Footer Placeholder 4">
            <a:extLst>
              <a:ext uri="{FF2B5EF4-FFF2-40B4-BE49-F238E27FC236}">
                <a16:creationId xmlns:a16="http://schemas.microsoft.com/office/drawing/2014/main" id="{0A26E549-F5F5-3CAC-6B23-7345D3078D6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C074CB7-1EC0-2391-CF71-1271D5C956D8}"/>
              </a:ext>
            </a:extLst>
          </p:cNvPr>
          <p:cNvSpPr>
            <a:spLocks noGrp="1"/>
          </p:cNvSpPr>
          <p:nvPr>
            <p:ph type="sldNum" sz="quarter" idx="12"/>
          </p:nvPr>
        </p:nvSpPr>
        <p:spPr/>
        <p:txBody>
          <a:bodyPr/>
          <a:lstStyle/>
          <a:p>
            <a:fld id="{48D55D73-4877-4611-AE78-FE88AE02E447}" type="slidenum">
              <a:rPr lang="en-GB" smtClean="0"/>
              <a:t>‹#›</a:t>
            </a:fld>
            <a:endParaRPr lang="en-GB"/>
          </a:p>
        </p:txBody>
      </p:sp>
    </p:spTree>
    <p:extLst>
      <p:ext uri="{BB962C8B-B14F-4D97-AF65-F5344CB8AC3E}">
        <p14:creationId xmlns:p14="http://schemas.microsoft.com/office/powerpoint/2010/main" val="10691780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CC4388E-9F7A-4D57-B2E8-AFD6DF26B8E5}"/>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B2DDE4B7-A0DF-4CA9-961A-BE68F035C3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00CE76B2-4116-4AFE-A9B9-0B4C47FC1483}"/>
              </a:ext>
            </a:extLst>
          </p:cNvPr>
          <p:cNvSpPr>
            <a:spLocks noGrp="1"/>
          </p:cNvSpPr>
          <p:nvPr>
            <p:ph type="dt" sz="half" idx="10"/>
          </p:nvPr>
        </p:nvSpPr>
        <p:spPr/>
        <p:txBody>
          <a:bodyPr/>
          <a:lstStyle/>
          <a:p>
            <a:fld id="{19DC37B7-4AE8-400C-9EAB-9FEAFC005BBC}" type="datetime1">
              <a:rPr lang="fr-FR" smtClean="0"/>
              <a:t>08/03/2026</a:t>
            </a:fld>
            <a:endParaRPr lang="fr-FR"/>
          </a:p>
        </p:txBody>
      </p:sp>
      <p:sp>
        <p:nvSpPr>
          <p:cNvPr id="5" name="Espace réservé du pied de page 4">
            <a:extLst>
              <a:ext uri="{FF2B5EF4-FFF2-40B4-BE49-F238E27FC236}">
                <a16:creationId xmlns:a16="http://schemas.microsoft.com/office/drawing/2014/main" id="{D3A9163C-4881-4B0C-875A-3CF9EF4C566B}"/>
              </a:ext>
            </a:extLst>
          </p:cNvPr>
          <p:cNvSpPr>
            <a:spLocks noGrp="1"/>
          </p:cNvSpPr>
          <p:nvPr>
            <p:ph type="ftr" sz="quarter" idx="11"/>
          </p:nvPr>
        </p:nvSpPr>
        <p:spPr/>
        <p:txBody>
          <a:bodyPr/>
          <a:lstStyle/>
          <a:p>
            <a:r>
              <a:rPr lang="fr-FR"/>
              <a:t>TSM12 - Shom</a:t>
            </a:r>
          </a:p>
        </p:txBody>
      </p:sp>
      <p:sp>
        <p:nvSpPr>
          <p:cNvPr id="6" name="Espace réservé du numéro de diapositive 5">
            <a:extLst>
              <a:ext uri="{FF2B5EF4-FFF2-40B4-BE49-F238E27FC236}">
                <a16:creationId xmlns:a16="http://schemas.microsoft.com/office/drawing/2014/main" id="{34016660-DB2A-4802-A9DF-B9C384C12779}"/>
              </a:ext>
            </a:extLst>
          </p:cNvPr>
          <p:cNvSpPr>
            <a:spLocks noGrp="1"/>
          </p:cNvSpPr>
          <p:nvPr>
            <p:ph type="sldNum" sz="quarter" idx="12"/>
          </p:nvPr>
        </p:nvSpPr>
        <p:spPr/>
        <p:txBody>
          <a:bodyPr/>
          <a:lstStyle/>
          <a:p>
            <a:fld id="{1767FD6C-3A96-4D53-83D9-3A2D6B2EDC83}" type="slidenum">
              <a:rPr lang="fr-FR" smtClean="0"/>
              <a:t>‹#›</a:t>
            </a:fld>
            <a:endParaRPr lang="fr-FR"/>
          </a:p>
        </p:txBody>
      </p:sp>
    </p:spTree>
    <p:extLst>
      <p:ext uri="{BB962C8B-B14F-4D97-AF65-F5344CB8AC3E}">
        <p14:creationId xmlns:p14="http://schemas.microsoft.com/office/powerpoint/2010/main" val="8740985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D42D41-B37F-4DB9-8569-E1E1E7AC67C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4B400A43-285C-447F-AEE7-B4ECD003D23D}"/>
              </a:ext>
            </a:extLst>
          </p:cNvPr>
          <p:cNvSpPr>
            <a:spLocks noGrp="1"/>
          </p:cNvSpPr>
          <p:nvPr>
            <p:ph idx="1"/>
          </p:nvPr>
        </p:nvSpPr>
        <p:spPr/>
        <p:txBody>
          <a:bodyPr/>
          <a:lstStyle/>
          <a:p>
            <a:pPr lvl="0"/>
            <a:r>
              <a:rPr lang="fr-FR" dirty="0"/>
              <a:t>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a:extLst>
              <a:ext uri="{FF2B5EF4-FFF2-40B4-BE49-F238E27FC236}">
                <a16:creationId xmlns:a16="http://schemas.microsoft.com/office/drawing/2014/main" id="{4774D9ED-58A4-4F32-BE11-EDF83F578594}"/>
              </a:ext>
            </a:extLst>
          </p:cNvPr>
          <p:cNvSpPr>
            <a:spLocks noGrp="1"/>
          </p:cNvSpPr>
          <p:nvPr>
            <p:ph type="dt" sz="half" idx="10"/>
          </p:nvPr>
        </p:nvSpPr>
        <p:spPr/>
        <p:txBody>
          <a:bodyPr/>
          <a:lstStyle/>
          <a:p>
            <a:fld id="{96FBB00E-673E-47EC-8866-811060F2E558}" type="datetime1">
              <a:rPr lang="fr-FR" smtClean="0"/>
              <a:t>08/03/2026</a:t>
            </a:fld>
            <a:endParaRPr lang="fr-FR"/>
          </a:p>
        </p:txBody>
      </p:sp>
      <p:sp>
        <p:nvSpPr>
          <p:cNvPr id="5" name="Espace réservé du pied de page 4">
            <a:extLst>
              <a:ext uri="{FF2B5EF4-FFF2-40B4-BE49-F238E27FC236}">
                <a16:creationId xmlns:a16="http://schemas.microsoft.com/office/drawing/2014/main" id="{6323A072-C234-4221-94EC-3CAA1A670070}"/>
              </a:ext>
            </a:extLst>
          </p:cNvPr>
          <p:cNvSpPr>
            <a:spLocks noGrp="1"/>
          </p:cNvSpPr>
          <p:nvPr>
            <p:ph type="ftr" sz="quarter" idx="11"/>
          </p:nvPr>
        </p:nvSpPr>
        <p:spPr/>
        <p:txBody>
          <a:bodyPr/>
          <a:lstStyle/>
          <a:p>
            <a:r>
              <a:rPr lang="fr-FR" dirty="0"/>
              <a:t>TSM12 - </a:t>
            </a:r>
            <a:r>
              <a:rPr lang="fr-FR" dirty="0" err="1"/>
              <a:t>Shom</a:t>
            </a:r>
            <a:endParaRPr lang="fr-FR" dirty="0"/>
          </a:p>
        </p:txBody>
      </p:sp>
      <p:sp>
        <p:nvSpPr>
          <p:cNvPr id="6" name="Espace réservé du numéro de diapositive 5">
            <a:extLst>
              <a:ext uri="{FF2B5EF4-FFF2-40B4-BE49-F238E27FC236}">
                <a16:creationId xmlns:a16="http://schemas.microsoft.com/office/drawing/2014/main" id="{DEEDDEED-676C-425D-AEE6-435F5C8AC8E1}"/>
              </a:ext>
            </a:extLst>
          </p:cNvPr>
          <p:cNvSpPr>
            <a:spLocks noGrp="1"/>
          </p:cNvSpPr>
          <p:nvPr>
            <p:ph type="sldNum" sz="quarter" idx="12"/>
          </p:nvPr>
        </p:nvSpPr>
        <p:spPr/>
        <p:txBody>
          <a:bodyPr/>
          <a:lstStyle>
            <a:lvl1pPr>
              <a:defRPr/>
            </a:lvl1pPr>
          </a:lstStyle>
          <a:p>
            <a:fld id="{150C36EA-DD96-4C52-8772-FAF02890BCC0}" type="slidenum">
              <a:rPr lang="fr-FR" smtClean="0"/>
              <a:pPr/>
              <a:t>‹#›</a:t>
            </a:fld>
            <a:endParaRPr lang="fr-FR" dirty="0"/>
          </a:p>
        </p:txBody>
      </p:sp>
    </p:spTree>
    <p:extLst>
      <p:ext uri="{BB962C8B-B14F-4D97-AF65-F5344CB8AC3E}">
        <p14:creationId xmlns:p14="http://schemas.microsoft.com/office/powerpoint/2010/main" val="2835955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AC3BA3-8AB6-4E53-9FFF-5CF5378CC90B}"/>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5008762-5546-4E48-B851-542EF82CD8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a:extLst>
              <a:ext uri="{FF2B5EF4-FFF2-40B4-BE49-F238E27FC236}">
                <a16:creationId xmlns:a16="http://schemas.microsoft.com/office/drawing/2014/main" id="{9FF9FF28-1215-463A-95C9-08988F178898}"/>
              </a:ext>
            </a:extLst>
          </p:cNvPr>
          <p:cNvSpPr>
            <a:spLocks noGrp="1"/>
          </p:cNvSpPr>
          <p:nvPr>
            <p:ph type="dt" sz="half" idx="10"/>
          </p:nvPr>
        </p:nvSpPr>
        <p:spPr/>
        <p:txBody>
          <a:bodyPr/>
          <a:lstStyle/>
          <a:p>
            <a:fld id="{65CC7AD4-E6DA-4649-BFBC-7F4F2242D02B}" type="datetime1">
              <a:rPr lang="fr-FR" smtClean="0"/>
              <a:t>08/03/2026</a:t>
            </a:fld>
            <a:endParaRPr lang="fr-FR"/>
          </a:p>
        </p:txBody>
      </p:sp>
      <p:sp>
        <p:nvSpPr>
          <p:cNvPr id="5" name="Espace réservé du pied de page 4">
            <a:extLst>
              <a:ext uri="{FF2B5EF4-FFF2-40B4-BE49-F238E27FC236}">
                <a16:creationId xmlns:a16="http://schemas.microsoft.com/office/drawing/2014/main" id="{BE7DCF39-B3B6-4F09-8EA9-0F2DF519801B}"/>
              </a:ext>
            </a:extLst>
          </p:cNvPr>
          <p:cNvSpPr>
            <a:spLocks noGrp="1"/>
          </p:cNvSpPr>
          <p:nvPr>
            <p:ph type="ftr" sz="quarter" idx="11"/>
          </p:nvPr>
        </p:nvSpPr>
        <p:spPr/>
        <p:txBody>
          <a:bodyPr/>
          <a:lstStyle/>
          <a:p>
            <a:r>
              <a:rPr lang="fr-FR"/>
              <a:t>TSM12 - Shom</a:t>
            </a:r>
          </a:p>
        </p:txBody>
      </p:sp>
      <p:sp>
        <p:nvSpPr>
          <p:cNvPr id="6" name="Espace réservé du numéro de diapositive 5">
            <a:extLst>
              <a:ext uri="{FF2B5EF4-FFF2-40B4-BE49-F238E27FC236}">
                <a16:creationId xmlns:a16="http://schemas.microsoft.com/office/drawing/2014/main" id="{7F99C989-8DED-4719-A2C7-98254DD36532}"/>
              </a:ext>
            </a:extLst>
          </p:cNvPr>
          <p:cNvSpPr>
            <a:spLocks noGrp="1"/>
          </p:cNvSpPr>
          <p:nvPr>
            <p:ph type="sldNum" sz="quarter" idx="12"/>
          </p:nvPr>
        </p:nvSpPr>
        <p:spPr/>
        <p:txBody>
          <a:bodyPr/>
          <a:lstStyle/>
          <a:p>
            <a:fld id="{1767FD6C-3A96-4D53-83D9-3A2D6B2EDC83}" type="slidenum">
              <a:rPr lang="fr-FR" smtClean="0"/>
              <a:t>‹#›</a:t>
            </a:fld>
            <a:endParaRPr lang="fr-FR"/>
          </a:p>
        </p:txBody>
      </p:sp>
    </p:spTree>
    <p:extLst>
      <p:ext uri="{BB962C8B-B14F-4D97-AF65-F5344CB8AC3E}">
        <p14:creationId xmlns:p14="http://schemas.microsoft.com/office/powerpoint/2010/main" val="20818885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6C2E3C7-ABF4-4E56-BA00-97A9D29A51E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8E1126CB-066C-4D1A-9996-0EF15BA4D01D}"/>
              </a:ext>
            </a:extLst>
          </p:cNvPr>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5149B51B-AACA-48D0-ABB9-72E88257BB6D}"/>
              </a:ext>
            </a:extLst>
          </p:cNvPr>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FF547A1A-DF6C-4F8F-A7AA-BF867EFC4176}"/>
              </a:ext>
            </a:extLst>
          </p:cNvPr>
          <p:cNvSpPr>
            <a:spLocks noGrp="1"/>
          </p:cNvSpPr>
          <p:nvPr>
            <p:ph type="dt" sz="half" idx="10"/>
          </p:nvPr>
        </p:nvSpPr>
        <p:spPr/>
        <p:txBody>
          <a:bodyPr/>
          <a:lstStyle/>
          <a:p>
            <a:fld id="{48C38B92-D8B4-4A7C-900B-444BF31A9A95}" type="datetime1">
              <a:rPr lang="fr-FR" smtClean="0"/>
              <a:t>08/03/2026</a:t>
            </a:fld>
            <a:endParaRPr lang="fr-FR"/>
          </a:p>
        </p:txBody>
      </p:sp>
      <p:sp>
        <p:nvSpPr>
          <p:cNvPr id="6" name="Espace réservé du pied de page 5">
            <a:extLst>
              <a:ext uri="{FF2B5EF4-FFF2-40B4-BE49-F238E27FC236}">
                <a16:creationId xmlns:a16="http://schemas.microsoft.com/office/drawing/2014/main" id="{7355C237-A005-4F6A-BEB6-7C215222D414}"/>
              </a:ext>
            </a:extLst>
          </p:cNvPr>
          <p:cNvSpPr>
            <a:spLocks noGrp="1"/>
          </p:cNvSpPr>
          <p:nvPr>
            <p:ph type="ftr" sz="quarter" idx="11"/>
          </p:nvPr>
        </p:nvSpPr>
        <p:spPr/>
        <p:txBody>
          <a:bodyPr/>
          <a:lstStyle/>
          <a:p>
            <a:r>
              <a:rPr lang="fr-FR"/>
              <a:t>TSM12 - Shom</a:t>
            </a:r>
          </a:p>
        </p:txBody>
      </p:sp>
      <p:sp>
        <p:nvSpPr>
          <p:cNvPr id="7" name="Espace réservé du numéro de diapositive 6">
            <a:extLst>
              <a:ext uri="{FF2B5EF4-FFF2-40B4-BE49-F238E27FC236}">
                <a16:creationId xmlns:a16="http://schemas.microsoft.com/office/drawing/2014/main" id="{9548E54C-40B2-45C0-89F6-B2359643D62C}"/>
              </a:ext>
            </a:extLst>
          </p:cNvPr>
          <p:cNvSpPr>
            <a:spLocks noGrp="1"/>
          </p:cNvSpPr>
          <p:nvPr>
            <p:ph type="sldNum" sz="quarter" idx="12"/>
          </p:nvPr>
        </p:nvSpPr>
        <p:spPr/>
        <p:txBody>
          <a:bodyPr/>
          <a:lstStyle/>
          <a:p>
            <a:fld id="{1767FD6C-3A96-4D53-83D9-3A2D6B2EDC83}" type="slidenum">
              <a:rPr lang="fr-FR" smtClean="0"/>
              <a:t>‹#›</a:t>
            </a:fld>
            <a:endParaRPr lang="fr-FR"/>
          </a:p>
        </p:txBody>
      </p:sp>
    </p:spTree>
    <p:extLst>
      <p:ext uri="{BB962C8B-B14F-4D97-AF65-F5344CB8AC3E}">
        <p14:creationId xmlns:p14="http://schemas.microsoft.com/office/powerpoint/2010/main" val="309225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57141A-4E8D-4950-98DC-94552EA6BF63}"/>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8DBF1CD9-AF78-4BEC-8F9F-7BC7728F61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a:extLst>
              <a:ext uri="{FF2B5EF4-FFF2-40B4-BE49-F238E27FC236}">
                <a16:creationId xmlns:a16="http://schemas.microsoft.com/office/drawing/2014/main" id="{5EE75033-7FC3-4531-8DFC-BA2555974B7B}"/>
              </a:ext>
            </a:extLst>
          </p:cNvPr>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04C4AB6E-2D3B-4EDD-8160-702B2010B6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a:extLst>
              <a:ext uri="{FF2B5EF4-FFF2-40B4-BE49-F238E27FC236}">
                <a16:creationId xmlns:a16="http://schemas.microsoft.com/office/drawing/2014/main" id="{1AD57B61-8D00-4D22-A094-3922A9D5DAF7}"/>
              </a:ext>
            </a:extLst>
          </p:cNvPr>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9FD318F4-0893-4576-B374-5272DFBBF546}"/>
              </a:ext>
            </a:extLst>
          </p:cNvPr>
          <p:cNvSpPr>
            <a:spLocks noGrp="1"/>
          </p:cNvSpPr>
          <p:nvPr>
            <p:ph type="dt" sz="half" idx="10"/>
          </p:nvPr>
        </p:nvSpPr>
        <p:spPr/>
        <p:txBody>
          <a:bodyPr/>
          <a:lstStyle/>
          <a:p>
            <a:fld id="{59028B0B-A870-4311-9FFE-EFA0825D2E17}" type="datetime1">
              <a:rPr lang="fr-FR" smtClean="0"/>
              <a:t>08/03/2026</a:t>
            </a:fld>
            <a:endParaRPr lang="fr-FR"/>
          </a:p>
        </p:txBody>
      </p:sp>
      <p:sp>
        <p:nvSpPr>
          <p:cNvPr id="8" name="Espace réservé du pied de page 7">
            <a:extLst>
              <a:ext uri="{FF2B5EF4-FFF2-40B4-BE49-F238E27FC236}">
                <a16:creationId xmlns:a16="http://schemas.microsoft.com/office/drawing/2014/main" id="{59D05ECC-A9E0-43C6-94CC-A6F978159E3E}"/>
              </a:ext>
            </a:extLst>
          </p:cNvPr>
          <p:cNvSpPr>
            <a:spLocks noGrp="1"/>
          </p:cNvSpPr>
          <p:nvPr>
            <p:ph type="ftr" sz="quarter" idx="11"/>
          </p:nvPr>
        </p:nvSpPr>
        <p:spPr/>
        <p:txBody>
          <a:bodyPr/>
          <a:lstStyle/>
          <a:p>
            <a:r>
              <a:rPr lang="fr-FR"/>
              <a:t>TSM12 - Shom</a:t>
            </a:r>
          </a:p>
        </p:txBody>
      </p:sp>
      <p:sp>
        <p:nvSpPr>
          <p:cNvPr id="9" name="Espace réservé du numéro de diapositive 8">
            <a:extLst>
              <a:ext uri="{FF2B5EF4-FFF2-40B4-BE49-F238E27FC236}">
                <a16:creationId xmlns:a16="http://schemas.microsoft.com/office/drawing/2014/main" id="{3D0D73E4-229E-4FA7-A05F-E76E26C6C0FA}"/>
              </a:ext>
            </a:extLst>
          </p:cNvPr>
          <p:cNvSpPr>
            <a:spLocks noGrp="1"/>
          </p:cNvSpPr>
          <p:nvPr>
            <p:ph type="sldNum" sz="quarter" idx="12"/>
          </p:nvPr>
        </p:nvSpPr>
        <p:spPr/>
        <p:txBody>
          <a:bodyPr/>
          <a:lstStyle/>
          <a:p>
            <a:fld id="{1767FD6C-3A96-4D53-83D9-3A2D6B2EDC83}" type="slidenum">
              <a:rPr lang="fr-FR" smtClean="0"/>
              <a:t>‹#›</a:t>
            </a:fld>
            <a:endParaRPr lang="fr-FR"/>
          </a:p>
        </p:txBody>
      </p:sp>
    </p:spTree>
    <p:extLst>
      <p:ext uri="{BB962C8B-B14F-4D97-AF65-F5344CB8AC3E}">
        <p14:creationId xmlns:p14="http://schemas.microsoft.com/office/powerpoint/2010/main" val="28251047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D3EF12D-7928-4C1B-85F1-AF6CCF131F70}"/>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7E1564E7-0786-47B8-ACA3-E0AE1BE3D297}"/>
              </a:ext>
            </a:extLst>
          </p:cNvPr>
          <p:cNvSpPr>
            <a:spLocks noGrp="1"/>
          </p:cNvSpPr>
          <p:nvPr>
            <p:ph type="dt" sz="half" idx="10"/>
          </p:nvPr>
        </p:nvSpPr>
        <p:spPr/>
        <p:txBody>
          <a:bodyPr/>
          <a:lstStyle/>
          <a:p>
            <a:fld id="{8546AE74-844F-415C-BEB9-2800F730599F}" type="datetime1">
              <a:rPr lang="fr-FR" smtClean="0"/>
              <a:t>08/03/2026</a:t>
            </a:fld>
            <a:endParaRPr lang="fr-FR"/>
          </a:p>
        </p:txBody>
      </p:sp>
      <p:sp>
        <p:nvSpPr>
          <p:cNvPr id="4" name="Espace réservé du pied de page 3">
            <a:extLst>
              <a:ext uri="{FF2B5EF4-FFF2-40B4-BE49-F238E27FC236}">
                <a16:creationId xmlns:a16="http://schemas.microsoft.com/office/drawing/2014/main" id="{A2599AC3-1645-4EF1-BC6D-F00362B75F47}"/>
              </a:ext>
            </a:extLst>
          </p:cNvPr>
          <p:cNvSpPr>
            <a:spLocks noGrp="1"/>
          </p:cNvSpPr>
          <p:nvPr>
            <p:ph type="ftr" sz="quarter" idx="11"/>
          </p:nvPr>
        </p:nvSpPr>
        <p:spPr/>
        <p:txBody>
          <a:bodyPr/>
          <a:lstStyle/>
          <a:p>
            <a:r>
              <a:rPr lang="fr-FR"/>
              <a:t>TSM12 - Shom</a:t>
            </a:r>
          </a:p>
        </p:txBody>
      </p:sp>
      <p:sp>
        <p:nvSpPr>
          <p:cNvPr id="5" name="Espace réservé du numéro de diapositive 4">
            <a:extLst>
              <a:ext uri="{FF2B5EF4-FFF2-40B4-BE49-F238E27FC236}">
                <a16:creationId xmlns:a16="http://schemas.microsoft.com/office/drawing/2014/main" id="{8D89C4D8-B408-4812-88AF-3584FE0F179F}"/>
              </a:ext>
            </a:extLst>
          </p:cNvPr>
          <p:cNvSpPr>
            <a:spLocks noGrp="1"/>
          </p:cNvSpPr>
          <p:nvPr>
            <p:ph type="sldNum" sz="quarter" idx="12"/>
          </p:nvPr>
        </p:nvSpPr>
        <p:spPr/>
        <p:txBody>
          <a:bodyPr/>
          <a:lstStyle/>
          <a:p>
            <a:fld id="{1767FD6C-3A96-4D53-83D9-3A2D6B2EDC83}" type="slidenum">
              <a:rPr lang="fr-FR" smtClean="0"/>
              <a:t>‹#›</a:t>
            </a:fld>
            <a:endParaRPr lang="fr-FR"/>
          </a:p>
        </p:txBody>
      </p:sp>
    </p:spTree>
    <p:extLst>
      <p:ext uri="{BB962C8B-B14F-4D97-AF65-F5344CB8AC3E}">
        <p14:creationId xmlns:p14="http://schemas.microsoft.com/office/powerpoint/2010/main" val="3067915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99DC9FA4-378C-4FBE-8BC7-37557CC3C286}"/>
              </a:ext>
            </a:extLst>
          </p:cNvPr>
          <p:cNvSpPr>
            <a:spLocks noGrp="1"/>
          </p:cNvSpPr>
          <p:nvPr>
            <p:ph type="dt" sz="half" idx="10"/>
          </p:nvPr>
        </p:nvSpPr>
        <p:spPr/>
        <p:txBody>
          <a:bodyPr/>
          <a:lstStyle/>
          <a:p>
            <a:fld id="{DE177A30-6964-42AB-9381-ABC2F1CC5933}" type="datetime1">
              <a:rPr lang="fr-FR" smtClean="0"/>
              <a:t>08/03/2026</a:t>
            </a:fld>
            <a:endParaRPr lang="fr-FR"/>
          </a:p>
        </p:txBody>
      </p:sp>
      <p:sp>
        <p:nvSpPr>
          <p:cNvPr id="3" name="Espace réservé du pied de page 2">
            <a:extLst>
              <a:ext uri="{FF2B5EF4-FFF2-40B4-BE49-F238E27FC236}">
                <a16:creationId xmlns:a16="http://schemas.microsoft.com/office/drawing/2014/main" id="{094EFE1A-996E-4604-99D1-AD2162C60AC3}"/>
              </a:ext>
            </a:extLst>
          </p:cNvPr>
          <p:cNvSpPr>
            <a:spLocks noGrp="1"/>
          </p:cNvSpPr>
          <p:nvPr>
            <p:ph type="ftr" sz="quarter" idx="11"/>
          </p:nvPr>
        </p:nvSpPr>
        <p:spPr/>
        <p:txBody>
          <a:bodyPr/>
          <a:lstStyle/>
          <a:p>
            <a:r>
              <a:rPr lang="fr-FR"/>
              <a:t>TSM12 - Shom</a:t>
            </a:r>
          </a:p>
        </p:txBody>
      </p:sp>
      <p:sp>
        <p:nvSpPr>
          <p:cNvPr id="4" name="Espace réservé du numéro de diapositive 3">
            <a:extLst>
              <a:ext uri="{FF2B5EF4-FFF2-40B4-BE49-F238E27FC236}">
                <a16:creationId xmlns:a16="http://schemas.microsoft.com/office/drawing/2014/main" id="{AC009342-5C6F-4AA0-8CE0-D281445E1D30}"/>
              </a:ext>
            </a:extLst>
          </p:cNvPr>
          <p:cNvSpPr>
            <a:spLocks noGrp="1"/>
          </p:cNvSpPr>
          <p:nvPr>
            <p:ph type="sldNum" sz="quarter" idx="12"/>
          </p:nvPr>
        </p:nvSpPr>
        <p:spPr/>
        <p:txBody>
          <a:bodyPr/>
          <a:lstStyle/>
          <a:p>
            <a:fld id="{1767FD6C-3A96-4D53-83D9-3A2D6B2EDC83}" type="slidenum">
              <a:rPr lang="fr-FR" smtClean="0"/>
              <a:t>‹#›</a:t>
            </a:fld>
            <a:endParaRPr lang="fr-FR"/>
          </a:p>
        </p:txBody>
      </p:sp>
    </p:spTree>
    <p:extLst>
      <p:ext uri="{BB962C8B-B14F-4D97-AF65-F5344CB8AC3E}">
        <p14:creationId xmlns:p14="http://schemas.microsoft.com/office/powerpoint/2010/main" val="380744637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79DF89E-78E5-46D3-BC85-4AE788CAC35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A786A287-ADE6-462D-90FE-6460862F3F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392546F3-5EC6-4D9D-9DD1-898EE3B4B0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a:extLst>
              <a:ext uri="{FF2B5EF4-FFF2-40B4-BE49-F238E27FC236}">
                <a16:creationId xmlns:a16="http://schemas.microsoft.com/office/drawing/2014/main" id="{7CCFFBFA-5541-45D9-938C-2560B199429B}"/>
              </a:ext>
            </a:extLst>
          </p:cNvPr>
          <p:cNvSpPr>
            <a:spLocks noGrp="1"/>
          </p:cNvSpPr>
          <p:nvPr>
            <p:ph type="dt" sz="half" idx="10"/>
          </p:nvPr>
        </p:nvSpPr>
        <p:spPr/>
        <p:txBody>
          <a:bodyPr/>
          <a:lstStyle/>
          <a:p>
            <a:fld id="{2A3B2D5F-9ED1-4FB6-A537-4FF0755A2814}" type="datetime1">
              <a:rPr lang="fr-FR" smtClean="0"/>
              <a:t>08/03/2026</a:t>
            </a:fld>
            <a:endParaRPr lang="fr-FR"/>
          </a:p>
        </p:txBody>
      </p:sp>
      <p:sp>
        <p:nvSpPr>
          <p:cNvPr id="6" name="Espace réservé du pied de page 5">
            <a:extLst>
              <a:ext uri="{FF2B5EF4-FFF2-40B4-BE49-F238E27FC236}">
                <a16:creationId xmlns:a16="http://schemas.microsoft.com/office/drawing/2014/main" id="{56DDB4E8-9919-4C8C-9C86-391153C0FFEC}"/>
              </a:ext>
            </a:extLst>
          </p:cNvPr>
          <p:cNvSpPr>
            <a:spLocks noGrp="1"/>
          </p:cNvSpPr>
          <p:nvPr>
            <p:ph type="ftr" sz="quarter" idx="11"/>
          </p:nvPr>
        </p:nvSpPr>
        <p:spPr/>
        <p:txBody>
          <a:bodyPr/>
          <a:lstStyle/>
          <a:p>
            <a:r>
              <a:rPr lang="fr-FR"/>
              <a:t>TSM12 - Shom</a:t>
            </a:r>
          </a:p>
        </p:txBody>
      </p:sp>
      <p:sp>
        <p:nvSpPr>
          <p:cNvPr id="7" name="Espace réservé du numéro de diapositive 6">
            <a:extLst>
              <a:ext uri="{FF2B5EF4-FFF2-40B4-BE49-F238E27FC236}">
                <a16:creationId xmlns:a16="http://schemas.microsoft.com/office/drawing/2014/main" id="{F66C1BDF-641D-477A-9D96-56F2F4FB01CF}"/>
              </a:ext>
            </a:extLst>
          </p:cNvPr>
          <p:cNvSpPr>
            <a:spLocks noGrp="1"/>
          </p:cNvSpPr>
          <p:nvPr>
            <p:ph type="sldNum" sz="quarter" idx="12"/>
          </p:nvPr>
        </p:nvSpPr>
        <p:spPr/>
        <p:txBody>
          <a:bodyPr/>
          <a:lstStyle/>
          <a:p>
            <a:fld id="{1767FD6C-3A96-4D53-83D9-3A2D6B2EDC83}" type="slidenum">
              <a:rPr lang="fr-FR" smtClean="0"/>
              <a:t>‹#›</a:t>
            </a:fld>
            <a:endParaRPr lang="fr-FR"/>
          </a:p>
        </p:txBody>
      </p:sp>
    </p:spTree>
    <p:extLst>
      <p:ext uri="{BB962C8B-B14F-4D97-AF65-F5344CB8AC3E}">
        <p14:creationId xmlns:p14="http://schemas.microsoft.com/office/powerpoint/2010/main" val="285956618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1303C4D-A3D7-430F-93BF-D4098E6478C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D5524EE0-5ED1-404B-A088-110178D413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51D46C18-FD26-4ABE-8EF0-6B14EF0C34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a:extLst>
              <a:ext uri="{FF2B5EF4-FFF2-40B4-BE49-F238E27FC236}">
                <a16:creationId xmlns:a16="http://schemas.microsoft.com/office/drawing/2014/main" id="{1D8D6CF6-0363-4CA7-80EC-8126DA8C148B}"/>
              </a:ext>
            </a:extLst>
          </p:cNvPr>
          <p:cNvSpPr>
            <a:spLocks noGrp="1"/>
          </p:cNvSpPr>
          <p:nvPr>
            <p:ph type="dt" sz="half" idx="10"/>
          </p:nvPr>
        </p:nvSpPr>
        <p:spPr/>
        <p:txBody>
          <a:bodyPr/>
          <a:lstStyle/>
          <a:p>
            <a:fld id="{A34101FE-F343-458B-80B4-80E5A3A852BC}" type="datetime1">
              <a:rPr lang="fr-FR" smtClean="0"/>
              <a:t>08/03/2026</a:t>
            </a:fld>
            <a:endParaRPr lang="fr-FR"/>
          </a:p>
        </p:txBody>
      </p:sp>
      <p:sp>
        <p:nvSpPr>
          <p:cNvPr id="6" name="Espace réservé du pied de page 5">
            <a:extLst>
              <a:ext uri="{FF2B5EF4-FFF2-40B4-BE49-F238E27FC236}">
                <a16:creationId xmlns:a16="http://schemas.microsoft.com/office/drawing/2014/main" id="{DBD423AA-FD6A-4E09-933F-343BD42F0108}"/>
              </a:ext>
            </a:extLst>
          </p:cNvPr>
          <p:cNvSpPr>
            <a:spLocks noGrp="1"/>
          </p:cNvSpPr>
          <p:nvPr>
            <p:ph type="ftr" sz="quarter" idx="11"/>
          </p:nvPr>
        </p:nvSpPr>
        <p:spPr/>
        <p:txBody>
          <a:bodyPr/>
          <a:lstStyle/>
          <a:p>
            <a:r>
              <a:rPr lang="fr-FR"/>
              <a:t>TSM12 - Shom</a:t>
            </a:r>
          </a:p>
        </p:txBody>
      </p:sp>
      <p:sp>
        <p:nvSpPr>
          <p:cNvPr id="7" name="Espace réservé du numéro de diapositive 6">
            <a:extLst>
              <a:ext uri="{FF2B5EF4-FFF2-40B4-BE49-F238E27FC236}">
                <a16:creationId xmlns:a16="http://schemas.microsoft.com/office/drawing/2014/main" id="{BDBA9E2F-3CB0-4CAE-B863-DFC45940B5F2}"/>
              </a:ext>
            </a:extLst>
          </p:cNvPr>
          <p:cNvSpPr>
            <a:spLocks noGrp="1"/>
          </p:cNvSpPr>
          <p:nvPr>
            <p:ph type="sldNum" sz="quarter" idx="12"/>
          </p:nvPr>
        </p:nvSpPr>
        <p:spPr/>
        <p:txBody>
          <a:bodyPr/>
          <a:lstStyle/>
          <a:p>
            <a:fld id="{1767FD6C-3A96-4D53-83D9-3A2D6B2EDC83}" type="slidenum">
              <a:rPr lang="fr-FR" smtClean="0"/>
              <a:t>‹#›</a:t>
            </a:fld>
            <a:endParaRPr lang="fr-FR"/>
          </a:p>
        </p:txBody>
      </p:sp>
    </p:spTree>
    <p:extLst>
      <p:ext uri="{BB962C8B-B14F-4D97-AF65-F5344CB8AC3E}">
        <p14:creationId xmlns:p14="http://schemas.microsoft.com/office/powerpoint/2010/main" val="29470308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63A8C47-C323-4008-A56D-7A3067CFB2E7}"/>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5AE0FB46-80B1-415C-844D-E293528FAC84}"/>
              </a:ext>
            </a:extLst>
          </p:cNvPr>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293C73D-51EF-4F63-9FB4-08C176BB7B95}"/>
              </a:ext>
            </a:extLst>
          </p:cNvPr>
          <p:cNvSpPr>
            <a:spLocks noGrp="1"/>
          </p:cNvSpPr>
          <p:nvPr>
            <p:ph type="dt" sz="half" idx="10"/>
          </p:nvPr>
        </p:nvSpPr>
        <p:spPr/>
        <p:txBody>
          <a:bodyPr/>
          <a:lstStyle/>
          <a:p>
            <a:fld id="{42D6857E-79FB-4274-A672-1CF2F01F1AC0}" type="datetime1">
              <a:rPr lang="fr-FR" smtClean="0"/>
              <a:t>08/03/2026</a:t>
            </a:fld>
            <a:endParaRPr lang="fr-FR"/>
          </a:p>
        </p:txBody>
      </p:sp>
      <p:sp>
        <p:nvSpPr>
          <p:cNvPr id="5" name="Espace réservé du pied de page 4">
            <a:extLst>
              <a:ext uri="{FF2B5EF4-FFF2-40B4-BE49-F238E27FC236}">
                <a16:creationId xmlns:a16="http://schemas.microsoft.com/office/drawing/2014/main" id="{3035863E-B490-4EF4-B882-AECC010F4729}"/>
              </a:ext>
            </a:extLst>
          </p:cNvPr>
          <p:cNvSpPr>
            <a:spLocks noGrp="1"/>
          </p:cNvSpPr>
          <p:nvPr>
            <p:ph type="ftr" sz="quarter" idx="11"/>
          </p:nvPr>
        </p:nvSpPr>
        <p:spPr/>
        <p:txBody>
          <a:bodyPr/>
          <a:lstStyle/>
          <a:p>
            <a:r>
              <a:rPr lang="fr-FR"/>
              <a:t>TSM12 - Shom</a:t>
            </a:r>
          </a:p>
        </p:txBody>
      </p:sp>
      <p:sp>
        <p:nvSpPr>
          <p:cNvPr id="6" name="Espace réservé du numéro de diapositive 5">
            <a:extLst>
              <a:ext uri="{FF2B5EF4-FFF2-40B4-BE49-F238E27FC236}">
                <a16:creationId xmlns:a16="http://schemas.microsoft.com/office/drawing/2014/main" id="{6371B10A-F100-42FE-9321-0EB252BB0968}"/>
              </a:ext>
            </a:extLst>
          </p:cNvPr>
          <p:cNvSpPr>
            <a:spLocks noGrp="1"/>
          </p:cNvSpPr>
          <p:nvPr>
            <p:ph type="sldNum" sz="quarter" idx="12"/>
          </p:nvPr>
        </p:nvSpPr>
        <p:spPr/>
        <p:txBody>
          <a:bodyPr/>
          <a:lstStyle/>
          <a:p>
            <a:fld id="{1767FD6C-3A96-4D53-83D9-3A2D6B2EDC83}" type="slidenum">
              <a:rPr lang="fr-FR" smtClean="0"/>
              <a:t>‹#›</a:t>
            </a:fld>
            <a:endParaRPr lang="fr-FR"/>
          </a:p>
        </p:txBody>
      </p:sp>
    </p:spTree>
    <p:extLst>
      <p:ext uri="{BB962C8B-B14F-4D97-AF65-F5344CB8AC3E}">
        <p14:creationId xmlns:p14="http://schemas.microsoft.com/office/powerpoint/2010/main" val="113065053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4D961E36-2EF2-4D6E-BE72-AFA383CE8F45}"/>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688E0825-AF27-4109-A944-7BBB3134A9E6}"/>
              </a:ext>
            </a:extLst>
          </p:cNvPr>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14E3D28-EB5D-4175-B617-7E9C673FEA13}"/>
              </a:ext>
            </a:extLst>
          </p:cNvPr>
          <p:cNvSpPr>
            <a:spLocks noGrp="1"/>
          </p:cNvSpPr>
          <p:nvPr>
            <p:ph type="dt" sz="half" idx="10"/>
          </p:nvPr>
        </p:nvSpPr>
        <p:spPr/>
        <p:txBody>
          <a:bodyPr/>
          <a:lstStyle/>
          <a:p>
            <a:fld id="{BD47FD7D-FAAC-435D-A35C-55772D68C1E5}" type="datetime1">
              <a:rPr lang="fr-FR" smtClean="0"/>
              <a:t>08/03/2026</a:t>
            </a:fld>
            <a:endParaRPr lang="fr-FR"/>
          </a:p>
        </p:txBody>
      </p:sp>
      <p:sp>
        <p:nvSpPr>
          <p:cNvPr id="5" name="Espace réservé du pied de page 4">
            <a:extLst>
              <a:ext uri="{FF2B5EF4-FFF2-40B4-BE49-F238E27FC236}">
                <a16:creationId xmlns:a16="http://schemas.microsoft.com/office/drawing/2014/main" id="{CA5F496F-764C-455C-B2F9-4A6C1D9ACB62}"/>
              </a:ext>
            </a:extLst>
          </p:cNvPr>
          <p:cNvSpPr>
            <a:spLocks noGrp="1"/>
          </p:cNvSpPr>
          <p:nvPr>
            <p:ph type="ftr" sz="quarter" idx="11"/>
          </p:nvPr>
        </p:nvSpPr>
        <p:spPr/>
        <p:txBody>
          <a:bodyPr/>
          <a:lstStyle/>
          <a:p>
            <a:r>
              <a:rPr lang="fr-FR"/>
              <a:t>TSM12 - Shom</a:t>
            </a:r>
          </a:p>
        </p:txBody>
      </p:sp>
      <p:sp>
        <p:nvSpPr>
          <p:cNvPr id="6" name="Espace réservé du numéro de diapositive 5">
            <a:extLst>
              <a:ext uri="{FF2B5EF4-FFF2-40B4-BE49-F238E27FC236}">
                <a16:creationId xmlns:a16="http://schemas.microsoft.com/office/drawing/2014/main" id="{D07C662E-183B-4E84-8D2E-A2C918C8CEC1}"/>
              </a:ext>
            </a:extLst>
          </p:cNvPr>
          <p:cNvSpPr>
            <a:spLocks noGrp="1"/>
          </p:cNvSpPr>
          <p:nvPr>
            <p:ph type="sldNum" sz="quarter" idx="12"/>
          </p:nvPr>
        </p:nvSpPr>
        <p:spPr/>
        <p:txBody>
          <a:bodyPr/>
          <a:lstStyle/>
          <a:p>
            <a:fld id="{1767FD6C-3A96-4D53-83D9-3A2D6B2EDC83}" type="slidenum">
              <a:rPr lang="fr-FR" smtClean="0"/>
              <a:t>‹#›</a:t>
            </a:fld>
            <a:endParaRPr lang="fr-FR"/>
          </a:p>
        </p:txBody>
      </p:sp>
    </p:spTree>
    <p:extLst>
      <p:ext uri="{BB962C8B-B14F-4D97-AF65-F5344CB8AC3E}">
        <p14:creationId xmlns:p14="http://schemas.microsoft.com/office/powerpoint/2010/main" val="29762013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CBF9FD"/>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21DC7A-F643-0BAB-29FB-4B3AB54841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41DF3D1-8AF5-DE09-2BBB-110C762374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58C462A-523B-AD3C-6669-F3F5C13394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BB9E3F-605D-4A01-A272-F9F7C12C03AD}" type="datetimeFigureOut">
              <a:rPr lang="en-GB" smtClean="0"/>
              <a:t>08/03/2026</a:t>
            </a:fld>
            <a:endParaRPr lang="en-GB"/>
          </a:p>
        </p:txBody>
      </p:sp>
      <p:sp>
        <p:nvSpPr>
          <p:cNvPr id="5" name="Footer Placeholder 4">
            <a:extLst>
              <a:ext uri="{FF2B5EF4-FFF2-40B4-BE49-F238E27FC236}">
                <a16:creationId xmlns:a16="http://schemas.microsoft.com/office/drawing/2014/main" id="{5F049C9F-C1A7-5E31-17C0-6E431B334B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2BFDA255-9834-3890-56DF-0FCB7DB31C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1E93BC-0583-4F13-9EFE-A882EE2EBD69}" type="slidenum">
              <a:rPr lang="en-GB" smtClean="0"/>
              <a:t>‹#›</a:t>
            </a:fld>
            <a:endParaRPr lang="en-GB"/>
          </a:p>
        </p:txBody>
      </p:sp>
      <p:pic>
        <p:nvPicPr>
          <p:cNvPr id="8" name="Picture 7">
            <a:extLst>
              <a:ext uri="{FF2B5EF4-FFF2-40B4-BE49-F238E27FC236}">
                <a16:creationId xmlns:a16="http://schemas.microsoft.com/office/drawing/2014/main" id="{1C57053D-AA88-4C04-5843-76F3F58C1C6C}"/>
              </a:ext>
            </a:extLst>
          </p:cNvPr>
          <p:cNvPicPr>
            <a:picLocks noChangeAspect="1"/>
          </p:cNvPicPr>
          <p:nvPr userDrawn="1"/>
        </p:nvPicPr>
        <p:blipFill>
          <a:blip r:embed="rId13">
            <a:alphaModFix amt="63000"/>
          </a:blip>
          <a:stretch>
            <a:fillRect/>
          </a:stretch>
        </p:blipFill>
        <p:spPr>
          <a:xfrm>
            <a:off x="9908249" y="6243574"/>
            <a:ext cx="2152811" cy="477902"/>
          </a:xfrm>
          <a:prstGeom prst="rect">
            <a:avLst/>
          </a:prstGeom>
        </p:spPr>
      </p:pic>
    </p:spTree>
    <p:extLst>
      <p:ext uri="{BB962C8B-B14F-4D97-AF65-F5344CB8AC3E}">
        <p14:creationId xmlns:p14="http://schemas.microsoft.com/office/powerpoint/2010/main" val="37739591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3D901C-8994-83A3-13BD-4893262F4E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75282EF-788A-85E7-FB4C-1AE5CC88FD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6BC874E-0987-2BD7-84AD-359390B1D5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74120BC-B586-4FB9-9B70-7E60C9309D7D}" type="datetimeFigureOut">
              <a:rPr lang="en-GB" smtClean="0"/>
              <a:t>08/03/2026</a:t>
            </a:fld>
            <a:endParaRPr lang="en-GB"/>
          </a:p>
        </p:txBody>
      </p:sp>
      <p:sp>
        <p:nvSpPr>
          <p:cNvPr id="5" name="Footer Placeholder 4">
            <a:extLst>
              <a:ext uri="{FF2B5EF4-FFF2-40B4-BE49-F238E27FC236}">
                <a16:creationId xmlns:a16="http://schemas.microsoft.com/office/drawing/2014/main" id="{8168DE52-C3A5-631E-DF6D-5ADDD07B24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E12045E7-3134-7EEC-1F74-2A5A8E7D3B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D55D73-4877-4611-AE78-FE88AE02E447}" type="slidenum">
              <a:rPr lang="en-GB" smtClean="0"/>
              <a:t>‹#›</a:t>
            </a:fld>
            <a:endParaRPr lang="en-GB"/>
          </a:p>
        </p:txBody>
      </p:sp>
    </p:spTree>
    <p:extLst>
      <p:ext uri="{BB962C8B-B14F-4D97-AF65-F5344CB8AC3E}">
        <p14:creationId xmlns:p14="http://schemas.microsoft.com/office/powerpoint/2010/main" val="212105040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BCBC88E-22A5-46E7-999E-B3E927FE0B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415BBC1D-EAD8-40FE-BBD1-D9CF01E1FC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22206CD-A972-427D-88B2-64E241C1CE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97FF3B-F341-422E-A982-94C29E588D2F}" type="datetime1">
              <a:rPr lang="fr-FR" smtClean="0"/>
              <a:t>08/03/2026</a:t>
            </a:fld>
            <a:endParaRPr lang="fr-FR"/>
          </a:p>
        </p:txBody>
      </p:sp>
      <p:sp>
        <p:nvSpPr>
          <p:cNvPr id="5" name="Espace réservé du pied de page 4">
            <a:extLst>
              <a:ext uri="{FF2B5EF4-FFF2-40B4-BE49-F238E27FC236}">
                <a16:creationId xmlns:a16="http://schemas.microsoft.com/office/drawing/2014/main" id="{03AF3E5F-946B-4751-9B7A-42F8CC29C5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r-FR"/>
              <a:t>TSM12 - Shom</a:t>
            </a:r>
          </a:p>
        </p:txBody>
      </p:sp>
      <p:sp>
        <p:nvSpPr>
          <p:cNvPr id="6" name="Espace réservé du numéro de diapositive 5">
            <a:extLst>
              <a:ext uri="{FF2B5EF4-FFF2-40B4-BE49-F238E27FC236}">
                <a16:creationId xmlns:a16="http://schemas.microsoft.com/office/drawing/2014/main" id="{F5C71D9E-D97D-415F-A9AB-6CD1B8304D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67FD6C-3A96-4D53-83D9-3A2D6B2EDC83}" type="slidenum">
              <a:rPr lang="fr-FR" smtClean="0"/>
              <a:t>‹#›</a:t>
            </a:fld>
            <a:endParaRPr lang="fr-FR"/>
          </a:p>
        </p:txBody>
      </p:sp>
    </p:spTree>
    <p:extLst>
      <p:ext uri="{BB962C8B-B14F-4D97-AF65-F5344CB8AC3E}">
        <p14:creationId xmlns:p14="http://schemas.microsoft.com/office/powerpoint/2010/main" val="79914544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C0B4926-BBD3-B7D3-2836-4A34B65C93FA}"/>
              </a:ext>
            </a:extLst>
          </p:cNvPr>
          <p:cNvSpPr txBox="1"/>
          <p:nvPr/>
        </p:nvSpPr>
        <p:spPr>
          <a:xfrm>
            <a:off x="3141133" y="3007266"/>
            <a:ext cx="9050867" cy="707886"/>
          </a:xfrm>
          <a:prstGeom prst="rect">
            <a:avLst/>
          </a:prstGeom>
          <a:noFill/>
        </p:spPr>
        <p:txBody>
          <a:bodyPr wrap="square">
            <a:spAutoFit/>
          </a:bodyPr>
          <a:lstStyle/>
          <a:p>
            <a:pPr algn="r"/>
            <a:r>
              <a:rPr lang="en-US" sz="4000" b="1" dirty="0">
                <a:solidFill>
                  <a:srgbClr val="FF0000"/>
                </a:solidFill>
              </a:rPr>
              <a:t>S-98 Meeting 5</a:t>
            </a:r>
            <a:r>
              <a:rPr lang="en-US" sz="4000" b="1" baseline="30000" dirty="0">
                <a:solidFill>
                  <a:srgbClr val="FF0000"/>
                </a:solidFill>
              </a:rPr>
              <a:t>th</a:t>
            </a:r>
            <a:r>
              <a:rPr lang="en-US" sz="4000" b="1" dirty="0">
                <a:solidFill>
                  <a:srgbClr val="FF0000"/>
                </a:solidFill>
              </a:rPr>
              <a:t> March 2026</a:t>
            </a:r>
            <a:endParaRPr lang="en-GB" sz="4000" b="1" dirty="0">
              <a:solidFill>
                <a:srgbClr val="FF0000"/>
              </a:solidFill>
            </a:endParaRPr>
          </a:p>
        </p:txBody>
      </p:sp>
    </p:spTree>
    <p:extLst>
      <p:ext uri="{BB962C8B-B14F-4D97-AF65-F5344CB8AC3E}">
        <p14:creationId xmlns:p14="http://schemas.microsoft.com/office/powerpoint/2010/main" val="1856217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79234-D4B9-C504-91B1-F339FD4A3DEE}"/>
              </a:ext>
            </a:extLst>
          </p:cNvPr>
          <p:cNvSpPr>
            <a:spLocks noGrp="1"/>
          </p:cNvSpPr>
          <p:nvPr>
            <p:ph type="title"/>
          </p:nvPr>
        </p:nvSpPr>
        <p:spPr/>
        <p:txBody>
          <a:bodyPr/>
          <a:lstStyle/>
          <a:p>
            <a:r>
              <a:rPr lang="en-GB" dirty="0"/>
              <a:t>Agenda</a:t>
            </a:r>
          </a:p>
        </p:txBody>
      </p:sp>
      <p:sp>
        <p:nvSpPr>
          <p:cNvPr id="3" name="Content Placeholder 2">
            <a:extLst>
              <a:ext uri="{FF2B5EF4-FFF2-40B4-BE49-F238E27FC236}">
                <a16:creationId xmlns:a16="http://schemas.microsoft.com/office/drawing/2014/main" id="{4DCA68D8-1360-C690-7AD5-D0E4402F20BC}"/>
              </a:ext>
            </a:extLst>
          </p:cNvPr>
          <p:cNvSpPr>
            <a:spLocks noGrp="1"/>
          </p:cNvSpPr>
          <p:nvPr>
            <p:ph idx="1"/>
          </p:nvPr>
        </p:nvSpPr>
        <p:spPr/>
        <p:txBody>
          <a:bodyPr>
            <a:normAutofit fontScale="92500" lnSpcReduction="20000"/>
          </a:bodyPr>
          <a:lstStyle/>
          <a:p>
            <a:pPr>
              <a:lnSpc>
                <a:spcPct val="110000"/>
              </a:lnSpc>
            </a:pPr>
            <a:r>
              <a:rPr lang="en-GB" sz="3200" dirty="0"/>
              <a:t>Introductions</a:t>
            </a:r>
          </a:p>
          <a:p>
            <a:pPr>
              <a:lnSpc>
                <a:spcPct val="110000"/>
              </a:lnSpc>
            </a:pPr>
            <a:r>
              <a:rPr lang="en-GB" sz="3200" dirty="0"/>
              <a:t>S-98</a:t>
            </a:r>
          </a:p>
          <a:p>
            <a:pPr lvl="2">
              <a:lnSpc>
                <a:spcPct val="110000"/>
              </a:lnSpc>
            </a:pPr>
            <a:r>
              <a:rPr lang="en-GB" sz="2400" dirty="0"/>
              <a:t>Review Copy v2.6.0 Production</a:t>
            </a:r>
          </a:p>
          <a:p>
            <a:pPr lvl="2">
              <a:lnSpc>
                <a:spcPct val="110000"/>
              </a:lnSpc>
            </a:pPr>
            <a:r>
              <a:rPr lang="en-GB" sz="2400" dirty="0"/>
              <a:t>Timeline update</a:t>
            </a:r>
          </a:p>
          <a:p>
            <a:pPr lvl="2">
              <a:lnSpc>
                <a:spcPct val="110000"/>
              </a:lnSpc>
            </a:pPr>
            <a:r>
              <a:rPr lang="en-GB" sz="2400" dirty="0"/>
              <a:t>Comment Adjudication – textual / general comments</a:t>
            </a:r>
          </a:p>
          <a:p>
            <a:pPr lvl="2">
              <a:lnSpc>
                <a:spcPct val="110000"/>
              </a:lnSpc>
            </a:pPr>
            <a:r>
              <a:rPr lang="en-GB" sz="2400" dirty="0"/>
              <a:t>Comment Adjudication – selected topics 1</a:t>
            </a:r>
          </a:p>
          <a:p>
            <a:pPr>
              <a:lnSpc>
                <a:spcPct val="110000"/>
              </a:lnSpc>
            </a:pPr>
            <a:r>
              <a:rPr lang="en-GB" sz="3200" dirty="0"/>
              <a:t>S-164 Update</a:t>
            </a:r>
          </a:p>
          <a:p>
            <a:pPr>
              <a:lnSpc>
                <a:spcPct val="110000"/>
              </a:lnSpc>
            </a:pPr>
            <a:r>
              <a:rPr lang="en-GB" sz="3200" dirty="0"/>
              <a:t>AOB</a:t>
            </a:r>
          </a:p>
          <a:p>
            <a:pPr>
              <a:lnSpc>
                <a:spcPct val="110000"/>
              </a:lnSpc>
            </a:pPr>
            <a:r>
              <a:rPr lang="en-GB" sz="3200" dirty="0"/>
              <a:t>Meeting Update</a:t>
            </a:r>
          </a:p>
          <a:p>
            <a:pPr lvl="1">
              <a:lnSpc>
                <a:spcPct val="110000"/>
              </a:lnSpc>
            </a:pPr>
            <a:endParaRPr lang="en-GB" sz="2800" dirty="0"/>
          </a:p>
        </p:txBody>
      </p:sp>
    </p:spTree>
    <p:extLst>
      <p:ext uri="{BB962C8B-B14F-4D97-AF65-F5344CB8AC3E}">
        <p14:creationId xmlns:p14="http://schemas.microsoft.com/office/powerpoint/2010/main" val="2619660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59B04-BFB1-5F3B-2B0F-B634F599DF8D}"/>
              </a:ext>
            </a:extLst>
          </p:cNvPr>
          <p:cNvSpPr>
            <a:spLocks noGrp="1"/>
          </p:cNvSpPr>
          <p:nvPr>
            <p:ph type="title"/>
          </p:nvPr>
        </p:nvSpPr>
        <p:spPr/>
        <p:txBody>
          <a:bodyPr/>
          <a:lstStyle/>
          <a:p>
            <a:r>
              <a:rPr lang="en-GB" dirty="0"/>
              <a:t>Comment Adjudication process</a:t>
            </a:r>
          </a:p>
        </p:txBody>
      </p:sp>
      <p:sp>
        <p:nvSpPr>
          <p:cNvPr id="3" name="Content Placeholder 2">
            <a:extLst>
              <a:ext uri="{FF2B5EF4-FFF2-40B4-BE49-F238E27FC236}">
                <a16:creationId xmlns:a16="http://schemas.microsoft.com/office/drawing/2014/main" id="{9A3E3493-87EF-AB81-D801-75312CF11E13}"/>
              </a:ext>
            </a:extLst>
          </p:cNvPr>
          <p:cNvSpPr>
            <a:spLocks noGrp="1"/>
          </p:cNvSpPr>
          <p:nvPr>
            <p:ph idx="1"/>
          </p:nvPr>
        </p:nvSpPr>
        <p:spPr/>
        <p:txBody>
          <a:bodyPr/>
          <a:lstStyle/>
          <a:p>
            <a:r>
              <a:rPr lang="en-GB" dirty="0"/>
              <a:t>Hopefully we can agree many of the textual comments here</a:t>
            </a:r>
          </a:p>
          <a:p>
            <a:r>
              <a:rPr lang="en-GB" dirty="0"/>
              <a:t>Then some more substantive comments which may require some discussion</a:t>
            </a:r>
          </a:p>
          <a:p>
            <a:r>
              <a:rPr lang="en-GB" dirty="0"/>
              <a:t>Next week will focus on more substantive comments</a:t>
            </a:r>
          </a:p>
          <a:p>
            <a:r>
              <a:rPr lang="en-GB" dirty="0"/>
              <a:t>Does anyone have anything from their comments they want to discuss here and now, or which they specifically would like to discuss at next week’s meeting?</a:t>
            </a:r>
          </a:p>
          <a:p>
            <a:r>
              <a:rPr lang="en-GB" dirty="0"/>
              <a:t>TSM is an opportunity to debate some of the more complex topics. Input from these meetings will inform those sessions.</a:t>
            </a:r>
          </a:p>
          <a:p>
            <a:endParaRPr lang="en-GB" dirty="0"/>
          </a:p>
        </p:txBody>
      </p:sp>
    </p:spTree>
    <p:extLst>
      <p:ext uri="{BB962C8B-B14F-4D97-AF65-F5344CB8AC3E}">
        <p14:creationId xmlns:p14="http://schemas.microsoft.com/office/powerpoint/2010/main" val="557483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08D2C-A911-9B42-9E9B-E91AD3174395}"/>
              </a:ext>
            </a:extLst>
          </p:cNvPr>
          <p:cNvSpPr>
            <a:spLocks noGrp="1"/>
          </p:cNvSpPr>
          <p:nvPr>
            <p:ph type="title"/>
          </p:nvPr>
        </p:nvSpPr>
        <p:spPr/>
        <p:txBody>
          <a:bodyPr/>
          <a:lstStyle/>
          <a:p>
            <a:r>
              <a:rPr lang="en-GB" dirty="0"/>
              <a:t>Comment Adjudication</a:t>
            </a:r>
          </a:p>
        </p:txBody>
      </p:sp>
      <p:sp>
        <p:nvSpPr>
          <p:cNvPr id="3" name="Content Placeholder 2">
            <a:extLst>
              <a:ext uri="{FF2B5EF4-FFF2-40B4-BE49-F238E27FC236}">
                <a16:creationId xmlns:a16="http://schemas.microsoft.com/office/drawing/2014/main" id="{C12A8962-DF13-FA91-8003-773AF3DC56DE}"/>
              </a:ext>
            </a:extLst>
          </p:cNvPr>
          <p:cNvSpPr>
            <a:spLocks noGrp="1"/>
          </p:cNvSpPr>
          <p:nvPr>
            <p:ph idx="1"/>
          </p:nvPr>
        </p:nvSpPr>
        <p:spPr/>
        <p:txBody>
          <a:bodyPr>
            <a:normAutofit lnSpcReduction="10000"/>
          </a:bodyPr>
          <a:lstStyle/>
          <a:p>
            <a:r>
              <a:rPr lang="en-GB" dirty="0"/>
              <a:t>Can we agree certain classes of comments (appear frequently in consolidated comments)</a:t>
            </a:r>
          </a:p>
          <a:p>
            <a:pPr lvl="1"/>
            <a:r>
              <a:rPr lang="en-GB" dirty="0"/>
              <a:t>“MSC 530(106)” should be “MSC 530(106)/Rev.1” throughout document</a:t>
            </a:r>
          </a:p>
          <a:p>
            <a:pPr lvl="1"/>
            <a:r>
              <a:rPr lang="en-GB" dirty="0"/>
              <a:t>“IMO Performance Standard</a:t>
            </a:r>
            <a:r>
              <a:rPr lang="en-GB" b="1" u="sng" dirty="0"/>
              <a:t>s</a:t>
            </a:r>
            <a:r>
              <a:rPr lang="en-GB" dirty="0"/>
              <a:t>” or “IMO Performance Standard”</a:t>
            </a:r>
          </a:p>
          <a:p>
            <a:pPr lvl="1"/>
            <a:r>
              <a:rPr lang="en-GB" dirty="0"/>
              <a:t>Should we reference S-100 5.2.1, not 5.2.0 (or 5.2?)</a:t>
            </a:r>
          </a:p>
          <a:p>
            <a:pPr lvl="1"/>
            <a:r>
              <a:rPr lang="en-GB" dirty="0"/>
              <a:t>Scales (MSVS and Scale values) are “</a:t>
            </a:r>
            <a:r>
              <a:rPr lang="en-GB" b="1" dirty="0"/>
              <a:t>1:XX 000</a:t>
            </a:r>
            <a:r>
              <a:rPr lang="en-GB" dirty="0"/>
              <a:t>”, not 1/XX,000 (or other)</a:t>
            </a:r>
          </a:p>
          <a:p>
            <a:pPr lvl="1"/>
            <a:r>
              <a:rPr lang="en-GB" dirty="0"/>
              <a:t>“Alerts and Indications Catalogue(s)” not “Alert and Indication Catalogue(s)”</a:t>
            </a:r>
          </a:p>
          <a:p>
            <a:pPr lvl="1"/>
            <a:r>
              <a:rPr lang="en-GB" dirty="0"/>
              <a:t>Bulleted lists have semicolons after each item, and a full stop at the end?</a:t>
            </a:r>
          </a:p>
          <a:p>
            <a:pPr lvl="1"/>
            <a:r>
              <a:rPr lang="en-GB" dirty="0"/>
              <a:t>Cross-references to be corrected within document</a:t>
            </a:r>
          </a:p>
          <a:p>
            <a:pPr lvl="1"/>
            <a:r>
              <a:rPr lang="en-GB" dirty="0"/>
              <a:t>Get rid of all double spaces</a:t>
            </a:r>
          </a:p>
          <a:p>
            <a:pPr lvl="1"/>
            <a:r>
              <a:rPr lang="en-GB" dirty="0"/>
              <a:t>Is it “clause” or “section” (or both?)</a:t>
            </a:r>
          </a:p>
          <a:p>
            <a:pPr lvl="1"/>
            <a:r>
              <a:rPr lang="en-GB" dirty="0"/>
              <a:t>Does WMO publish S-411,S-412 or is it IHO/WMO? </a:t>
            </a:r>
          </a:p>
        </p:txBody>
      </p:sp>
    </p:spTree>
    <p:extLst>
      <p:ext uri="{BB962C8B-B14F-4D97-AF65-F5344CB8AC3E}">
        <p14:creationId xmlns:p14="http://schemas.microsoft.com/office/powerpoint/2010/main" val="500235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7E1CC-80FC-8D76-B861-A7B319CD336A}"/>
              </a:ext>
            </a:extLst>
          </p:cNvPr>
          <p:cNvSpPr>
            <a:spLocks noGrp="1"/>
          </p:cNvSpPr>
          <p:nvPr>
            <p:ph type="title"/>
          </p:nvPr>
        </p:nvSpPr>
        <p:spPr>
          <a:xfrm>
            <a:off x="225984" y="239543"/>
            <a:ext cx="10515600" cy="882854"/>
          </a:xfrm>
        </p:spPr>
        <p:txBody>
          <a:bodyPr/>
          <a:lstStyle/>
          <a:p>
            <a:r>
              <a:rPr lang="en-GB" dirty="0"/>
              <a:t>Comment Adjudication – Selected topics</a:t>
            </a:r>
          </a:p>
        </p:txBody>
      </p:sp>
      <p:sp>
        <p:nvSpPr>
          <p:cNvPr id="3" name="Content Placeholder 2">
            <a:extLst>
              <a:ext uri="{FF2B5EF4-FFF2-40B4-BE49-F238E27FC236}">
                <a16:creationId xmlns:a16="http://schemas.microsoft.com/office/drawing/2014/main" id="{4E080D44-47A0-984A-1AF4-7126CB38A1F0}"/>
              </a:ext>
            </a:extLst>
          </p:cNvPr>
          <p:cNvSpPr>
            <a:spLocks noGrp="1"/>
          </p:cNvSpPr>
          <p:nvPr>
            <p:ph idx="1"/>
          </p:nvPr>
        </p:nvSpPr>
        <p:spPr>
          <a:xfrm>
            <a:off x="594883" y="1401782"/>
            <a:ext cx="10515600" cy="4881283"/>
          </a:xfrm>
        </p:spPr>
        <p:txBody>
          <a:bodyPr>
            <a:normAutofit fontScale="70000" lnSpcReduction="20000"/>
          </a:bodyPr>
          <a:lstStyle/>
          <a:p>
            <a:pPr>
              <a:lnSpc>
                <a:spcPct val="110000"/>
              </a:lnSpc>
            </a:pPr>
            <a:r>
              <a:rPr lang="en-GB" dirty="0"/>
              <a:t>IMO resolution MSC.191(79) cannot reference MSC.1/Circ.1609</a:t>
            </a:r>
          </a:p>
          <a:p>
            <a:pPr>
              <a:lnSpc>
                <a:spcPct val="110000"/>
              </a:lnSpc>
            </a:pPr>
            <a:r>
              <a:rPr lang="en-GB" dirty="0"/>
              <a:t>Is 2 or 4 shades a requirement (is it done by portrayal? Is 4 shades optional?)</a:t>
            </a:r>
          </a:p>
          <a:p>
            <a:pPr>
              <a:lnSpc>
                <a:spcPct val="110000"/>
              </a:lnSpc>
            </a:pPr>
            <a:r>
              <a:rPr lang="en-GB" dirty="0"/>
              <a:t>Positive down depths in S-104 – alteration to expression in document.</a:t>
            </a:r>
          </a:p>
          <a:p>
            <a:pPr>
              <a:lnSpc>
                <a:spcPct val="110000"/>
              </a:lnSpc>
            </a:pPr>
            <a:r>
              <a:rPr lang="en-GB" dirty="0"/>
              <a:t>SCAMIN behaviour – requirement to provide an indication. Also, is there a need to provide a requirement to implement SCAMIN on/off? </a:t>
            </a:r>
          </a:p>
          <a:p>
            <a:pPr>
              <a:lnSpc>
                <a:spcPct val="110000"/>
              </a:lnSpc>
            </a:pPr>
            <a:r>
              <a:rPr lang="en-GB" dirty="0"/>
              <a:t>IMS = Independent Mariner Selections – include their definition (informative)</a:t>
            </a:r>
          </a:p>
          <a:p>
            <a:pPr>
              <a:lnSpc>
                <a:spcPct val="110000"/>
              </a:lnSpc>
            </a:pPr>
            <a:r>
              <a:rPr lang="en-GB" dirty="0"/>
              <a:t>Use of </a:t>
            </a:r>
            <a:r>
              <a:rPr lang="en-GB" dirty="0" err="1"/>
              <a:t>fileLocator</a:t>
            </a:r>
            <a:r>
              <a:rPr lang="en-GB" dirty="0"/>
              <a:t> – needs a requirement? I believe this was dropped in a previous version (also, see HTML support) [NTOU]</a:t>
            </a:r>
          </a:p>
          <a:p>
            <a:pPr>
              <a:lnSpc>
                <a:spcPct val="110000"/>
              </a:lnSpc>
            </a:pPr>
            <a:r>
              <a:rPr lang="en-GB" dirty="0"/>
              <a:t>When are </a:t>
            </a:r>
            <a:r>
              <a:rPr lang="en-GB" dirty="0" err="1"/>
              <a:t>Navwarnings</a:t>
            </a:r>
            <a:r>
              <a:rPr lang="en-GB" dirty="0"/>
              <a:t> published? Is it the </a:t>
            </a:r>
            <a:r>
              <a:rPr lang="en-GB" dirty="0" err="1"/>
              <a:t>publishedDate</a:t>
            </a:r>
            <a:r>
              <a:rPr lang="en-GB" dirty="0"/>
              <a:t> (and, optionally </a:t>
            </a:r>
            <a:r>
              <a:rPr lang="en-GB" dirty="0" err="1"/>
              <a:t>publishedTime</a:t>
            </a:r>
            <a:r>
              <a:rPr lang="en-GB" dirty="0"/>
              <a:t>) from the dataset, or the </a:t>
            </a:r>
            <a:r>
              <a:rPr lang="en-GB" dirty="0" err="1"/>
              <a:t>issueDate</a:t>
            </a:r>
            <a:r>
              <a:rPr lang="en-GB" dirty="0"/>
              <a:t> and optional </a:t>
            </a:r>
            <a:r>
              <a:rPr lang="en-GB" dirty="0" err="1"/>
              <a:t>issueTime</a:t>
            </a:r>
            <a:r>
              <a:rPr lang="en-GB" dirty="0"/>
              <a:t> within the CATALOG.XML?</a:t>
            </a:r>
          </a:p>
          <a:p>
            <a:pPr>
              <a:lnSpc>
                <a:spcPct val="110000"/>
              </a:lnSpc>
            </a:pPr>
            <a:r>
              <a:rPr lang="en-GB" dirty="0"/>
              <a:t>Date Formats (unclear if it’s “DD-MMM-YYY” or “DD MMM YYYY” ? Also, can ISO8601 be used (optionally instead)? Has been considered before.</a:t>
            </a:r>
          </a:p>
          <a:p>
            <a:pPr>
              <a:lnSpc>
                <a:spcPct val="110000"/>
              </a:lnSpc>
            </a:pPr>
            <a:endParaRPr lang="en-GB" dirty="0"/>
          </a:p>
        </p:txBody>
      </p:sp>
    </p:spTree>
    <p:extLst>
      <p:ext uri="{BB962C8B-B14F-4D97-AF65-F5344CB8AC3E}">
        <p14:creationId xmlns:p14="http://schemas.microsoft.com/office/powerpoint/2010/main" val="3998792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E8B87-4915-41AC-A59C-33E2AA9D59FD}"/>
              </a:ext>
            </a:extLst>
          </p:cNvPr>
          <p:cNvSpPr>
            <a:spLocks noGrp="1"/>
          </p:cNvSpPr>
          <p:nvPr>
            <p:ph type="title"/>
          </p:nvPr>
        </p:nvSpPr>
        <p:spPr/>
        <p:txBody>
          <a:bodyPr/>
          <a:lstStyle/>
          <a:p>
            <a:r>
              <a:rPr lang="en-GB" dirty="0"/>
              <a:t>And (maybe for next meeting)</a:t>
            </a:r>
          </a:p>
        </p:txBody>
      </p:sp>
      <p:sp>
        <p:nvSpPr>
          <p:cNvPr id="3" name="Content Placeholder 2">
            <a:extLst>
              <a:ext uri="{FF2B5EF4-FFF2-40B4-BE49-F238E27FC236}">
                <a16:creationId xmlns:a16="http://schemas.microsoft.com/office/drawing/2014/main" id="{B769F6E0-E09F-221A-EAF7-C6AA4215A67B}"/>
              </a:ext>
            </a:extLst>
          </p:cNvPr>
          <p:cNvSpPr>
            <a:spLocks noGrp="1"/>
          </p:cNvSpPr>
          <p:nvPr>
            <p:ph idx="1"/>
          </p:nvPr>
        </p:nvSpPr>
        <p:spPr/>
        <p:txBody>
          <a:bodyPr>
            <a:normAutofit/>
          </a:bodyPr>
          <a:lstStyle/>
          <a:p>
            <a:r>
              <a:rPr lang="en-GB" dirty="0"/>
              <a:t>Safety Contour drawing of ESC at dataset borders - OSI</a:t>
            </a:r>
          </a:p>
          <a:p>
            <a:r>
              <a:rPr lang="en-GB" dirty="0"/>
              <a:t>SHOM – Using S-102/S-104 at multiple scales</a:t>
            </a:r>
          </a:p>
          <a:p>
            <a:r>
              <a:rPr lang="en-GB" dirty="0"/>
              <a:t>Modifications to GML sections in Data Constraints Annex</a:t>
            </a:r>
          </a:p>
          <a:p>
            <a:r>
              <a:rPr lang="en-GB" dirty="0"/>
              <a:t>S-101 topics</a:t>
            </a:r>
          </a:p>
          <a:p>
            <a:pPr lvl="1"/>
            <a:r>
              <a:rPr lang="en-GB" dirty="0"/>
              <a:t>Vertical datum information in S-101 for adjustment</a:t>
            </a:r>
          </a:p>
          <a:p>
            <a:pPr lvl="1"/>
            <a:r>
              <a:rPr lang="en-GB" dirty="0"/>
              <a:t>Should there be an indication when you cross </a:t>
            </a:r>
            <a:r>
              <a:rPr lang="en-GB" dirty="0" err="1"/>
              <a:t>CollisionRegulationLimit</a:t>
            </a:r>
            <a:r>
              <a:rPr lang="en-GB" dirty="0"/>
              <a:t> features. </a:t>
            </a:r>
          </a:p>
          <a:p>
            <a:pPr lvl="1"/>
            <a:r>
              <a:rPr lang="en-GB" dirty="0"/>
              <a:t>National High Water and National Low Water Datum</a:t>
            </a:r>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349411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0DB0F-AABC-A79C-885C-F7A7676CAFE9}"/>
              </a:ext>
            </a:extLst>
          </p:cNvPr>
          <p:cNvSpPr>
            <a:spLocks noGrp="1"/>
          </p:cNvSpPr>
          <p:nvPr>
            <p:ph type="title"/>
          </p:nvPr>
        </p:nvSpPr>
        <p:spPr>
          <a:xfrm>
            <a:off x="280926" y="180676"/>
            <a:ext cx="10515600" cy="820063"/>
          </a:xfrm>
        </p:spPr>
        <p:txBody>
          <a:bodyPr/>
          <a:lstStyle/>
          <a:p>
            <a:r>
              <a:rPr lang="en-GB" dirty="0"/>
              <a:t>Use of S-102 and S-104 (and overlaps)</a:t>
            </a:r>
          </a:p>
        </p:txBody>
      </p:sp>
      <p:sp>
        <p:nvSpPr>
          <p:cNvPr id="3" name="Content Placeholder 2">
            <a:extLst>
              <a:ext uri="{FF2B5EF4-FFF2-40B4-BE49-F238E27FC236}">
                <a16:creationId xmlns:a16="http://schemas.microsoft.com/office/drawing/2014/main" id="{8B11B9E1-5775-26F6-8076-2274F623BB08}"/>
              </a:ext>
            </a:extLst>
          </p:cNvPr>
          <p:cNvSpPr>
            <a:spLocks noGrp="1"/>
          </p:cNvSpPr>
          <p:nvPr>
            <p:ph idx="1"/>
          </p:nvPr>
        </p:nvSpPr>
        <p:spPr>
          <a:xfrm>
            <a:off x="798955" y="1000739"/>
            <a:ext cx="10515600" cy="5800356"/>
          </a:xfrm>
        </p:spPr>
        <p:txBody>
          <a:bodyPr>
            <a:normAutofit fontScale="70000" lnSpcReduction="20000"/>
          </a:bodyPr>
          <a:lstStyle/>
          <a:p>
            <a:pPr>
              <a:lnSpc>
                <a:spcPct val="120000"/>
              </a:lnSpc>
            </a:pPr>
            <a:r>
              <a:rPr lang="en-GB" dirty="0"/>
              <a:t>Current Appendix D states “S-102 datasets should not overlap”, also that S-104 must not overlap. This is also specified in the Data Constraints annex (but “overlap” isn’t well defined)</a:t>
            </a:r>
          </a:p>
          <a:p>
            <a:pPr>
              <a:lnSpc>
                <a:spcPct val="120000"/>
              </a:lnSpc>
            </a:pPr>
            <a:r>
              <a:rPr lang="en-GB" dirty="0"/>
              <a:t>Some providers would like to have spatially overlapping S-102 and S-104 so that datasets can be interoperable with ENCs within compatible scale ranges.</a:t>
            </a:r>
          </a:p>
          <a:p>
            <a:pPr>
              <a:lnSpc>
                <a:spcPct val="120000"/>
              </a:lnSpc>
            </a:pPr>
            <a:r>
              <a:rPr lang="en-GB" dirty="0"/>
              <a:t>Proposals</a:t>
            </a:r>
          </a:p>
          <a:p>
            <a:pPr lvl="1">
              <a:lnSpc>
                <a:spcPct val="120000"/>
              </a:lnSpc>
            </a:pPr>
            <a:r>
              <a:rPr lang="en-GB" b="1" dirty="0"/>
              <a:t>Only enable ESC/WLA when the MSVS is within the S-102 (and S-104) scale range (defined in the CATALOG.XML).</a:t>
            </a:r>
          </a:p>
          <a:p>
            <a:pPr lvl="1">
              <a:lnSpc>
                <a:spcPct val="120000"/>
              </a:lnSpc>
            </a:pPr>
            <a:r>
              <a:rPr lang="en-GB" b="1" dirty="0"/>
              <a:t>If the CATALOG.XML contains overlapping scale ranges then the largest </a:t>
            </a:r>
            <a:r>
              <a:rPr lang="en-GB" b="1" dirty="0" err="1"/>
              <a:t>maximumDisplayScale</a:t>
            </a:r>
            <a:r>
              <a:rPr lang="en-GB" b="1" dirty="0"/>
              <a:t> dataset must be used and an indication given to the user.</a:t>
            </a:r>
          </a:p>
          <a:p>
            <a:pPr lvl="1">
              <a:lnSpc>
                <a:spcPct val="120000"/>
              </a:lnSpc>
            </a:pPr>
            <a:r>
              <a:rPr lang="en-GB" b="1" dirty="0"/>
              <a:t>If values are not set in the CATALOG.XML (and they would be mandated in the data constraints annex) then the OEM would require the user to specify which datasets to use in the ESC/WLA operation (as now).</a:t>
            </a:r>
          </a:p>
          <a:p>
            <a:pPr>
              <a:lnSpc>
                <a:spcPct val="120000"/>
              </a:lnSpc>
            </a:pPr>
            <a:r>
              <a:rPr lang="en-GB" dirty="0"/>
              <a:t>(There would be no requirement on the OEM to “fill in” the display with smaller scale data (as they do with ENCs using the S-98 data selection algorithm).</a:t>
            </a:r>
          </a:p>
          <a:p>
            <a:pPr>
              <a:lnSpc>
                <a:spcPct val="120000"/>
              </a:lnSpc>
            </a:pPr>
            <a:r>
              <a:rPr lang="en-GB" dirty="0"/>
              <a:t>Additionally S-98 needs to clarify what “overlap” means (specifically the difference between temporal and spatial overlaps)</a:t>
            </a:r>
          </a:p>
        </p:txBody>
      </p:sp>
    </p:spTree>
    <p:extLst>
      <p:ext uri="{BB962C8B-B14F-4D97-AF65-F5344CB8AC3E}">
        <p14:creationId xmlns:p14="http://schemas.microsoft.com/office/powerpoint/2010/main" val="2607240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66BA7-7BBC-E3A8-43EC-F6C22E54B512}"/>
              </a:ext>
            </a:extLst>
          </p:cNvPr>
          <p:cNvSpPr>
            <a:spLocks noGrp="1"/>
          </p:cNvSpPr>
          <p:nvPr>
            <p:ph type="title"/>
          </p:nvPr>
        </p:nvSpPr>
        <p:spPr/>
        <p:txBody>
          <a:bodyPr/>
          <a:lstStyle/>
          <a:p>
            <a:r>
              <a:rPr lang="en-US" dirty="0"/>
              <a:t>Enhanced Safety contour Issues [OSI]</a:t>
            </a:r>
            <a:endParaRPr lang="en-GB" dirty="0"/>
          </a:p>
        </p:txBody>
      </p:sp>
      <p:pic>
        <p:nvPicPr>
          <p:cNvPr id="4" name="Picture 3">
            <a:extLst>
              <a:ext uri="{FF2B5EF4-FFF2-40B4-BE49-F238E27FC236}">
                <a16:creationId xmlns:a16="http://schemas.microsoft.com/office/drawing/2014/main" id="{F07DEAD5-5A5A-A1AD-5458-EDA5F1B45D17}"/>
              </a:ext>
            </a:extLst>
          </p:cNvPr>
          <p:cNvPicPr>
            <a:picLocks noChangeAspect="1"/>
          </p:cNvPicPr>
          <p:nvPr/>
        </p:nvPicPr>
        <p:blipFill>
          <a:blip r:embed="rId2"/>
          <a:srcRect l="3291" t="5658" r="5985" b="9581"/>
          <a:stretch>
            <a:fillRect/>
          </a:stretch>
        </p:blipFill>
        <p:spPr>
          <a:xfrm>
            <a:off x="8006752" y="2493034"/>
            <a:ext cx="4162246" cy="2424022"/>
          </a:xfrm>
          <a:prstGeom prst="rect">
            <a:avLst/>
          </a:prstGeom>
        </p:spPr>
      </p:pic>
      <p:pic>
        <p:nvPicPr>
          <p:cNvPr id="6" name="Picture 5">
            <a:extLst>
              <a:ext uri="{FF2B5EF4-FFF2-40B4-BE49-F238E27FC236}">
                <a16:creationId xmlns:a16="http://schemas.microsoft.com/office/drawing/2014/main" id="{F587715C-0EB4-5D32-FB6A-E67BC58E155D}"/>
              </a:ext>
            </a:extLst>
          </p:cNvPr>
          <p:cNvPicPr>
            <a:picLocks noChangeAspect="1"/>
          </p:cNvPicPr>
          <p:nvPr/>
        </p:nvPicPr>
        <p:blipFill>
          <a:blip r:embed="rId3"/>
          <a:stretch>
            <a:fillRect/>
          </a:stretch>
        </p:blipFill>
        <p:spPr>
          <a:xfrm>
            <a:off x="3986659" y="1915783"/>
            <a:ext cx="1924050" cy="3733800"/>
          </a:xfrm>
          <a:prstGeom prst="rect">
            <a:avLst/>
          </a:prstGeom>
        </p:spPr>
      </p:pic>
      <p:pic>
        <p:nvPicPr>
          <p:cNvPr id="8" name="Picture 7">
            <a:extLst>
              <a:ext uri="{FF2B5EF4-FFF2-40B4-BE49-F238E27FC236}">
                <a16:creationId xmlns:a16="http://schemas.microsoft.com/office/drawing/2014/main" id="{97134736-B9C1-C3DC-94C4-18370D0E2393}"/>
              </a:ext>
            </a:extLst>
          </p:cNvPr>
          <p:cNvPicPr>
            <a:picLocks noChangeAspect="1"/>
          </p:cNvPicPr>
          <p:nvPr/>
        </p:nvPicPr>
        <p:blipFill>
          <a:blip r:embed="rId4"/>
          <a:stretch>
            <a:fillRect/>
          </a:stretch>
        </p:blipFill>
        <p:spPr>
          <a:xfrm>
            <a:off x="6049990" y="1915783"/>
            <a:ext cx="1924050" cy="3733800"/>
          </a:xfrm>
          <a:prstGeom prst="rect">
            <a:avLst/>
          </a:prstGeom>
        </p:spPr>
      </p:pic>
      <p:sp>
        <p:nvSpPr>
          <p:cNvPr id="14" name="Content Placeholder 2">
            <a:extLst>
              <a:ext uri="{FF2B5EF4-FFF2-40B4-BE49-F238E27FC236}">
                <a16:creationId xmlns:a16="http://schemas.microsoft.com/office/drawing/2014/main" id="{90FD761E-05BA-9515-5148-CEFB5F237FB3}"/>
              </a:ext>
            </a:extLst>
          </p:cNvPr>
          <p:cNvSpPr txBox="1">
            <a:spLocks/>
          </p:cNvSpPr>
          <p:nvPr/>
        </p:nvSpPr>
        <p:spPr>
          <a:xfrm>
            <a:off x="21570" y="1765243"/>
            <a:ext cx="3825808" cy="4351338"/>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a:ln>
                  <a:noFill/>
                </a:ln>
                <a:solidFill>
                  <a:prstClr val="black"/>
                </a:solidFill>
                <a:effectLst/>
                <a:uLnTx/>
                <a:uFillTx/>
                <a:latin typeface="Aptos" panose="02110004020202020204"/>
                <a:ea typeface="+mn-ea"/>
                <a:cs typeface="+mn-cs"/>
              </a:rPr>
              <a:t>In the current S-98 Appendix D, the safety contour must be drawn </a:t>
            </a:r>
          </a:p>
          <a:p>
            <a:pPr marL="685800" marR="0" lvl="1"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a:ln>
                  <a:noFill/>
                </a:ln>
                <a:solidFill>
                  <a:prstClr val="black"/>
                </a:solidFill>
                <a:effectLst/>
                <a:uLnTx/>
                <a:uFillTx/>
                <a:latin typeface="Aptos" panose="02110004020202020204"/>
                <a:ea typeface="+mn-ea"/>
                <a:cs typeface="+mn-cs"/>
              </a:rPr>
              <a:t>Where you transition from safe to unsafe water (as defined by the values in the S-102 (+S-104 + uncertainty etc…) </a:t>
            </a:r>
          </a:p>
          <a:p>
            <a:pPr marL="685800" marR="0" lvl="1"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a:ln>
                  <a:noFill/>
                </a:ln>
                <a:solidFill>
                  <a:prstClr val="black"/>
                </a:solidFill>
                <a:effectLst/>
                <a:uLnTx/>
                <a:uFillTx/>
                <a:latin typeface="Aptos" panose="02110004020202020204"/>
                <a:ea typeface="+mn-ea"/>
                <a:cs typeface="+mn-cs"/>
              </a:rPr>
              <a:t>At the edges of the dataset</a:t>
            </a:r>
          </a:p>
          <a:p>
            <a:pPr marL="685800" marR="0" lvl="1"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GB" sz="2400" b="0" i="0" u="none" strike="noStrike" kern="1200" cap="none" spc="0" normalizeH="0" baseline="0" noProof="0">
                <a:ln>
                  <a:noFill/>
                </a:ln>
                <a:solidFill>
                  <a:prstClr val="black"/>
                </a:solidFill>
                <a:effectLst/>
                <a:uLnTx/>
                <a:uFillTx/>
                <a:latin typeface="Aptos" panose="02110004020202020204"/>
                <a:ea typeface="+mn-ea"/>
                <a:cs typeface="+mn-cs"/>
              </a:rPr>
              <a:t>Between NoData values and Data values.</a:t>
            </a:r>
          </a:p>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a:ln>
                  <a:noFill/>
                </a:ln>
                <a:solidFill>
                  <a:prstClr val="black"/>
                </a:solidFill>
                <a:effectLst/>
                <a:uLnTx/>
                <a:uFillTx/>
                <a:latin typeface="Aptos" panose="02110004020202020204"/>
                <a:ea typeface="+mn-ea"/>
                <a:cs typeface="+mn-cs"/>
              </a:rPr>
              <a:t>This leads to a proliferation of safety contours.</a:t>
            </a:r>
            <a:endParaRPr kumimoji="0" lang="en-GB" sz="2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61280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C5C5E-9E03-1645-BC66-F36CE9E6AE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0A36B6-3AF6-1C53-2AFA-EF363AA17FDC}"/>
              </a:ext>
            </a:extLst>
          </p:cNvPr>
          <p:cNvSpPr>
            <a:spLocks noGrp="1"/>
          </p:cNvSpPr>
          <p:nvPr>
            <p:ph type="title"/>
          </p:nvPr>
        </p:nvSpPr>
        <p:spPr/>
        <p:txBody>
          <a:bodyPr/>
          <a:lstStyle/>
          <a:p>
            <a:r>
              <a:rPr lang="en-US" dirty="0"/>
              <a:t>Enhanced Safety contour Issues [OSI]</a:t>
            </a:r>
            <a:endParaRPr lang="en-GB" dirty="0"/>
          </a:p>
        </p:txBody>
      </p:sp>
      <p:sp>
        <p:nvSpPr>
          <p:cNvPr id="3" name="Content Placeholder 2">
            <a:extLst>
              <a:ext uri="{FF2B5EF4-FFF2-40B4-BE49-F238E27FC236}">
                <a16:creationId xmlns:a16="http://schemas.microsoft.com/office/drawing/2014/main" id="{FB2472F6-3691-0F77-E526-8F5976DDC056}"/>
              </a:ext>
            </a:extLst>
          </p:cNvPr>
          <p:cNvSpPr>
            <a:spLocks noGrp="1"/>
          </p:cNvSpPr>
          <p:nvPr>
            <p:ph idx="1"/>
          </p:nvPr>
        </p:nvSpPr>
        <p:spPr>
          <a:xfrm>
            <a:off x="21570" y="1765243"/>
            <a:ext cx="3825808" cy="4351338"/>
          </a:xfrm>
        </p:spPr>
        <p:txBody>
          <a:bodyPr>
            <a:normAutofit fontScale="70000" lnSpcReduction="20000"/>
          </a:bodyPr>
          <a:lstStyle/>
          <a:p>
            <a:pPr>
              <a:lnSpc>
                <a:spcPct val="120000"/>
              </a:lnSpc>
            </a:pPr>
            <a:r>
              <a:rPr lang="en-US" dirty="0"/>
              <a:t>In the current S-98 Appendix D, the safety contour must be drawn </a:t>
            </a:r>
          </a:p>
          <a:p>
            <a:pPr lvl="1">
              <a:lnSpc>
                <a:spcPct val="120000"/>
              </a:lnSpc>
            </a:pPr>
            <a:r>
              <a:rPr lang="en-US" dirty="0"/>
              <a:t>Where you transition from safe to unsafe water (as defined by the values in the S-102 (+S-104 + uncertainty </a:t>
            </a:r>
            <a:r>
              <a:rPr lang="en-US" dirty="0" err="1"/>
              <a:t>etc</a:t>
            </a:r>
            <a:r>
              <a:rPr lang="en-US" dirty="0"/>
              <a:t>…) </a:t>
            </a:r>
          </a:p>
          <a:p>
            <a:pPr lvl="1">
              <a:lnSpc>
                <a:spcPct val="120000"/>
              </a:lnSpc>
            </a:pPr>
            <a:r>
              <a:rPr lang="en-US" dirty="0"/>
              <a:t>At the edges of the dataset</a:t>
            </a:r>
          </a:p>
          <a:p>
            <a:pPr lvl="1">
              <a:lnSpc>
                <a:spcPct val="120000"/>
              </a:lnSpc>
            </a:pPr>
            <a:r>
              <a:rPr lang="en-GB" dirty="0"/>
              <a:t>Between </a:t>
            </a:r>
            <a:r>
              <a:rPr lang="en-GB" dirty="0" err="1"/>
              <a:t>NoData</a:t>
            </a:r>
            <a:r>
              <a:rPr lang="en-GB" dirty="0"/>
              <a:t> values and Data values.</a:t>
            </a:r>
          </a:p>
          <a:p>
            <a:pPr>
              <a:lnSpc>
                <a:spcPct val="120000"/>
              </a:lnSpc>
            </a:pPr>
            <a:r>
              <a:rPr lang="en-GB" dirty="0"/>
              <a:t>This leads to a proliferation of safety contours.</a:t>
            </a:r>
          </a:p>
        </p:txBody>
      </p:sp>
      <p:pic>
        <p:nvPicPr>
          <p:cNvPr id="4" name="Picture 3">
            <a:extLst>
              <a:ext uri="{FF2B5EF4-FFF2-40B4-BE49-F238E27FC236}">
                <a16:creationId xmlns:a16="http://schemas.microsoft.com/office/drawing/2014/main" id="{AB412F4F-EA83-5111-1E5C-10E54F86E7EF}"/>
              </a:ext>
            </a:extLst>
          </p:cNvPr>
          <p:cNvPicPr>
            <a:picLocks noChangeAspect="1"/>
          </p:cNvPicPr>
          <p:nvPr/>
        </p:nvPicPr>
        <p:blipFill>
          <a:blip r:embed="rId2"/>
          <a:srcRect l="3291" t="5658" r="5985" b="9581"/>
          <a:stretch>
            <a:fillRect/>
          </a:stretch>
        </p:blipFill>
        <p:spPr>
          <a:xfrm>
            <a:off x="8006752" y="2493034"/>
            <a:ext cx="4162246" cy="2424022"/>
          </a:xfrm>
          <a:prstGeom prst="rect">
            <a:avLst/>
          </a:prstGeom>
        </p:spPr>
      </p:pic>
      <p:pic>
        <p:nvPicPr>
          <p:cNvPr id="6" name="Picture 5">
            <a:extLst>
              <a:ext uri="{FF2B5EF4-FFF2-40B4-BE49-F238E27FC236}">
                <a16:creationId xmlns:a16="http://schemas.microsoft.com/office/drawing/2014/main" id="{C6F9D052-DECA-7EA8-B7FA-E433CDD6F4AA}"/>
              </a:ext>
            </a:extLst>
          </p:cNvPr>
          <p:cNvPicPr>
            <a:picLocks noChangeAspect="1"/>
          </p:cNvPicPr>
          <p:nvPr/>
        </p:nvPicPr>
        <p:blipFill>
          <a:blip r:embed="rId3"/>
          <a:stretch>
            <a:fillRect/>
          </a:stretch>
        </p:blipFill>
        <p:spPr>
          <a:xfrm>
            <a:off x="3986659" y="1915783"/>
            <a:ext cx="1924050" cy="3733800"/>
          </a:xfrm>
          <a:prstGeom prst="rect">
            <a:avLst/>
          </a:prstGeom>
        </p:spPr>
      </p:pic>
      <p:pic>
        <p:nvPicPr>
          <p:cNvPr id="8" name="Picture 7">
            <a:extLst>
              <a:ext uri="{FF2B5EF4-FFF2-40B4-BE49-F238E27FC236}">
                <a16:creationId xmlns:a16="http://schemas.microsoft.com/office/drawing/2014/main" id="{EFC65E4B-133F-D888-5AD8-D99974009A90}"/>
              </a:ext>
            </a:extLst>
          </p:cNvPr>
          <p:cNvPicPr>
            <a:picLocks noChangeAspect="1"/>
          </p:cNvPicPr>
          <p:nvPr/>
        </p:nvPicPr>
        <p:blipFill>
          <a:blip r:embed="rId4"/>
          <a:stretch>
            <a:fillRect/>
          </a:stretch>
        </p:blipFill>
        <p:spPr>
          <a:xfrm>
            <a:off x="6049990" y="1915783"/>
            <a:ext cx="1924050" cy="3733800"/>
          </a:xfrm>
          <a:prstGeom prst="rect">
            <a:avLst/>
          </a:prstGeom>
        </p:spPr>
      </p:pic>
      <p:sp>
        <p:nvSpPr>
          <p:cNvPr id="9" name="Rectangle 8">
            <a:extLst>
              <a:ext uri="{FF2B5EF4-FFF2-40B4-BE49-F238E27FC236}">
                <a16:creationId xmlns:a16="http://schemas.microsoft.com/office/drawing/2014/main" id="{DB6928CD-C08C-3289-E49A-6C1A6B41F002}"/>
              </a:ext>
            </a:extLst>
          </p:cNvPr>
          <p:cNvSpPr/>
          <p:nvPr/>
        </p:nvSpPr>
        <p:spPr>
          <a:xfrm>
            <a:off x="5994099" y="3925020"/>
            <a:ext cx="786264" cy="3579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09BDDC63-8C79-B8BC-FB6A-061EBB3AE68D}"/>
              </a:ext>
            </a:extLst>
          </p:cNvPr>
          <p:cNvSpPr/>
          <p:nvPr/>
        </p:nvSpPr>
        <p:spPr>
          <a:xfrm>
            <a:off x="6863753" y="3986842"/>
            <a:ext cx="786264" cy="3579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0633A710-7556-8CDD-1563-49B1F8C31658}"/>
              </a:ext>
            </a:extLst>
          </p:cNvPr>
          <p:cNvSpPr/>
          <p:nvPr/>
        </p:nvSpPr>
        <p:spPr>
          <a:xfrm rot="5706194">
            <a:off x="6327258" y="3109880"/>
            <a:ext cx="1369512" cy="3579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624738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B22D7-A169-6FFE-352C-218AC4C1DBFA}"/>
              </a:ext>
            </a:extLst>
          </p:cNvPr>
          <p:cNvSpPr>
            <a:spLocks noGrp="1"/>
          </p:cNvSpPr>
          <p:nvPr>
            <p:ph type="title"/>
          </p:nvPr>
        </p:nvSpPr>
        <p:spPr/>
        <p:txBody>
          <a:bodyPr/>
          <a:lstStyle/>
          <a:p>
            <a:endParaRPr lang="en-GB"/>
          </a:p>
        </p:txBody>
      </p:sp>
      <p:pic>
        <p:nvPicPr>
          <p:cNvPr id="7170" name="Picture 2">
            <a:extLst>
              <a:ext uri="{FF2B5EF4-FFF2-40B4-BE49-F238E27FC236}">
                <a16:creationId xmlns:a16="http://schemas.microsoft.com/office/drawing/2014/main" id="{E4589EA7-C78C-6C22-E25B-D2BA8D9CAAD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7765" y="73325"/>
            <a:ext cx="11721421" cy="6526332"/>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Arrow Connector 3">
            <a:extLst>
              <a:ext uri="{FF2B5EF4-FFF2-40B4-BE49-F238E27FC236}">
                <a16:creationId xmlns:a16="http://schemas.microsoft.com/office/drawing/2014/main" id="{424E3122-BA1E-2647-FB01-04886E6213FC}"/>
              </a:ext>
            </a:extLst>
          </p:cNvPr>
          <p:cNvCxnSpPr/>
          <p:nvPr/>
        </p:nvCxnSpPr>
        <p:spPr>
          <a:xfrm flipV="1">
            <a:off x="6832121" y="2773392"/>
            <a:ext cx="1777041" cy="111280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22826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9B518-1C4C-C27B-3481-D0A91BBA08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6E7400-DA8F-C14A-0B58-4E06330AA7D9}"/>
              </a:ext>
            </a:extLst>
          </p:cNvPr>
          <p:cNvSpPr>
            <a:spLocks noGrp="1"/>
          </p:cNvSpPr>
          <p:nvPr>
            <p:ph type="title"/>
          </p:nvPr>
        </p:nvSpPr>
        <p:spPr>
          <a:xfrm>
            <a:off x="82179" y="154377"/>
            <a:ext cx="10515600" cy="851200"/>
          </a:xfrm>
        </p:spPr>
        <p:txBody>
          <a:bodyPr/>
          <a:lstStyle/>
          <a:p>
            <a:r>
              <a:rPr lang="en-US" dirty="0"/>
              <a:t>Proposal:</a:t>
            </a:r>
            <a:endParaRPr lang="en-GB" dirty="0"/>
          </a:p>
        </p:txBody>
      </p:sp>
      <p:sp>
        <p:nvSpPr>
          <p:cNvPr id="4" name="AutoShape 2">
            <a:extLst>
              <a:ext uri="{FF2B5EF4-FFF2-40B4-BE49-F238E27FC236}">
                <a16:creationId xmlns:a16="http://schemas.microsoft.com/office/drawing/2014/main" id="{279F1CA8-D024-34D0-11D2-C814095BD99D}"/>
              </a:ext>
            </a:extLst>
          </p:cNvPr>
          <p:cNvSpPr>
            <a:spLocks noGrp="1" noChangeAspect="1" noChangeArrowheads="1"/>
          </p:cNvSpPr>
          <p:nvPr>
            <p:ph idx="1"/>
          </p:nvPr>
        </p:nvSpPr>
        <p:spPr bwMode="auto">
          <a:xfrm>
            <a:off x="238599" y="941546"/>
            <a:ext cx="5173333" cy="5651200"/>
          </a:xfrm>
          <a:prstGeom prst="rect">
            <a:avLst/>
          </a:prstGeom>
          <a:noFill/>
          <a:ln w="28575">
            <a:solidFill>
              <a:schemeClr val="accent1"/>
            </a:solidFill>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a:lnSpc>
                <a:spcPct val="120000"/>
              </a:lnSpc>
            </a:pPr>
            <a:r>
              <a:rPr lang="en-US" sz="1500" dirty="0"/>
              <a:t>Blue Border is drawn around data values only, not the dataset border. </a:t>
            </a:r>
          </a:p>
          <a:p>
            <a:pPr>
              <a:lnSpc>
                <a:spcPct val="120000"/>
              </a:lnSpc>
            </a:pPr>
            <a:r>
              <a:rPr lang="en-US" sz="1500" dirty="0"/>
              <a:t>Blue border must therefore be drawn around any region of fill values which are not on the dataset border (</a:t>
            </a:r>
            <a:r>
              <a:rPr lang="en-US" sz="1500" dirty="0" err="1"/>
              <a:t>i.e</a:t>
            </a:r>
            <a:r>
              <a:rPr lang="en-US" sz="1500" dirty="0"/>
              <a:t> holes in the data)</a:t>
            </a:r>
          </a:p>
          <a:p>
            <a:pPr>
              <a:lnSpc>
                <a:spcPct val="120000"/>
              </a:lnSpc>
            </a:pPr>
            <a:r>
              <a:rPr lang="en-US" sz="1500" dirty="0"/>
              <a:t>Suppression of the ENC feature(s) must only be done where there are S-102 values, not fill values.</a:t>
            </a:r>
          </a:p>
          <a:p>
            <a:pPr>
              <a:lnSpc>
                <a:spcPct val="120000"/>
              </a:lnSpc>
            </a:pPr>
            <a:r>
              <a:rPr lang="en-US" sz="1500" dirty="0"/>
              <a:t>An implementer can optionally suppress the blue border between overlapping datasets</a:t>
            </a:r>
          </a:p>
          <a:p>
            <a:pPr>
              <a:lnSpc>
                <a:spcPct val="120000"/>
              </a:lnSpc>
            </a:pPr>
            <a:r>
              <a:rPr lang="en-US" sz="1500" dirty="0"/>
              <a:t>The safety contour is not drawn between</a:t>
            </a:r>
          </a:p>
          <a:p>
            <a:pPr lvl="1">
              <a:lnSpc>
                <a:spcPct val="120000"/>
              </a:lnSpc>
            </a:pPr>
            <a:r>
              <a:rPr lang="en-US" sz="1500" dirty="0"/>
              <a:t>Data and Fill Values – (</a:t>
            </a:r>
            <a:r>
              <a:rPr lang="en-US" sz="1500" b="1" dirty="0"/>
              <a:t>noting the ECDIS will continue to produce alarms and indications for the ENC features which are exposed by the Fill values)</a:t>
            </a:r>
            <a:endParaRPr lang="en-US" sz="1500" dirty="0"/>
          </a:p>
          <a:p>
            <a:pPr lvl="1">
              <a:lnSpc>
                <a:spcPct val="120000"/>
              </a:lnSpc>
            </a:pPr>
            <a:r>
              <a:rPr lang="en-US" sz="1500" dirty="0"/>
              <a:t>On the external border of the dataset – </a:t>
            </a:r>
            <a:r>
              <a:rPr lang="en-US" sz="1500" b="1" dirty="0"/>
              <a:t>(this is consistent with how ENC currently works.)</a:t>
            </a:r>
            <a:endParaRPr lang="en-US" sz="1500" dirty="0"/>
          </a:p>
        </p:txBody>
      </p:sp>
      <p:pic>
        <p:nvPicPr>
          <p:cNvPr id="5" name="Picture 4">
            <a:extLst>
              <a:ext uri="{FF2B5EF4-FFF2-40B4-BE49-F238E27FC236}">
                <a16:creationId xmlns:a16="http://schemas.microsoft.com/office/drawing/2014/main" id="{2C745127-9DD1-1A78-F542-146DC3F0A395}"/>
              </a:ext>
            </a:extLst>
          </p:cNvPr>
          <p:cNvPicPr>
            <a:picLocks noChangeAspect="1"/>
          </p:cNvPicPr>
          <p:nvPr/>
        </p:nvPicPr>
        <p:blipFill>
          <a:blip r:embed="rId2"/>
          <a:stretch>
            <a:fillRect/>
          </a:stretch>
        </p:blipFill>
        <p:spPr>
          <a:xfrm>
            <a:off x="6532239" y="217488"/>
            <a:ext cx="4991100" cy="1352550"/>
          </a:xfrm>
          <a:prstGeom prst="rect">
            <a:avLst/>
          </a:prstGeom>
        </p:spPr>
      </p:pic>
      <p:pic>
        <p:nvPicPr>
          <p:cNvPr id="6" name="Picture 5">
            <a:extLst>
              <a:ext uri="{FF2B5EF4-FFF2-40B4-BE49-F238E27FC236}">
                <a16:creationId xmlns:a16="http://schemas.microsoft.com/office/drawing/2014/main" id="{FCD34F8F-9ABC-1AE6-ED9F-5619D86CDC00}"/>
              </a:ext>
            </a:extLst>
          </p:cNvPr>
          <p:cNvPicPr>
            <a:picLocks noChangeAspect="1"/>
          </p:cNvPicPr>
          <p:nvPr/>
        </p:nvPicPr>
        <p:blipFill>
          <a:blip r:embed="rId3"/>
          <a:stretch>
            <a:fillRect/>
          </a:stretch>
        </p:blipFill>
        <p:spPr>
          <a:xfrm>
            <a:off x="6845185" y="4000746"/>
            <a:ext cx="4991100" cy="1352550"/>
          </a:xfrm>
          <a:prstGeom prst="rect">
            <a:avLst/>
          </a:prstGeom>
        </p:spPr>
      </p:pic>
      <p:pic>
        <p:nvPicPr>
          <p:cNvPr id="7" name="Picture 6">
            <a:extLst>
              <a:ext uri="{FF2B5EF4-FFF2-40B4-BE49-F238E27FC236}">
                <a16:creationId xmlns:a16="http://schemas.microsoft.com/office/drawing/2014/main" id="{8E6CE0AD-BF70-EED0-F202-187BFB730146}"/>
              </a:ext>
            </a:extLst>
          </p:cNvPr>
          <p:cNvPicPr>
            <a:picLocks noChangeAspect="1"/>
          </p:cNvPicPr>
          <p:nvPr/>
        </p:nvPicPr>
        <p:blipFill>
          <a:blip r:embed="rId4"/>
          <a:stretch>
            <a:fillRect/>
          </a:stretch>
        </p:blipFill>
        <p:spPr>
          <a:xfrm>
            <a:off x="8241147" y="5560163"/>
            <a:ext cx="2490267" cy="1199665"/>
          </a:xfrm>
          <a:prstGeom prst="rect">
            <a:avLst/>
          </a:prstGeom>
        </p:spPr>
      </p:pic>
      <p:sp>
        <p:nvSpPr>
          <p:cNvPr id="8" name="TextBox 7">
            <a:extLst>
              <a:ext uri="{FF2B5EF4-FFF2-40B4-BE49-F238E27FC236}">
                <a16:creationId xmlns:a16="http://schemas.microsoft.com/office/drawing/2014/main" id="{FC8AC936-F57B-8C39-5EBD-A5F6F79418D8}"/>
              </a:ext>
            </a:extLst>
          </p:cNvPr>
          <p:cNvSpPr txBox="1"/>
          <p:nvPr/>
        </p:nvSpPr>
        <p:spPr>
          <a:xfrm>
            <a:off x="5531381" y="4917841"/>
            <a:ext cx="113306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Proposal:</a:t>
            </a:r>
            <a:endPar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9" name="TextBox 8">
            <a:extLst>
              <a:ext uri="{FF2B5EF4-FFF2-40B4-BE49-F238E27FC236}">
                <a16:creationId xmlns:a16="http://schemas.microsoft.com/office/drawing/2014/main" id="{E735DD20-9C77-D304-70AC-33075318B9BC}"/>
              </a:ext>
            </a:extLst>
          </p:cNvPr>
          <p:cNvSpPr txBox="1"/>
          <p:nvPr/>
        </p:nvSpPr>
        <p:spPr>
          <a:xfrm>
            <a:off x="5460995" y="929827"/>
            <a:ext cx="101348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Current:</a:t>
            </a:r>
            <a:endPar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2" name="Freeform: Shape 11">
            <a:extLst>
              <a:ext uri="{FF2B5EF4-FFF2-40B4-BE49-F238E27FC236}">
                <a16:creationId xmlns:a16="http://schemas.microsoft.com/office/drawing/2014/main" id="{B39D6D28-B9FD-C8BD-F6E3-66C7D3FF9E66}"/>
              </a:ext>
            </a:extLst>
          </p:cNvPr>
          <p:cNvSpPr/>
          <p:nvPr/>
        </p:nvSpPr>
        <p:spPr>
          <a:xfrm>
            <a:off x="8094699" y="652223"/>
            <a:ext cx="3312543" cy="961845"/>
          </a:xfrm>
          <a:custGeom>
            <a:avLst/>
            <a:gdLst>
              <a:gd name="csX0" fmla="*/ 8626 w 3312543"/>
              <a:gd name="csY0" fmla="*/ 60385 h 961845"/>
              <a:gd name="csX1" fmla="*/ 0 w 3312543"/>
              <a:gd name="csY1" fmla="*/ 258793 h 961845"/>
              <a:gd name="csX2" fmla="*/ 940279 w 3312543"/>
              <a:gd name="csY2" fmla="*/ 267419 h 961845"/>
              <a:gd name="csX3" fmla="*/ 935966 w 3312543"/>
              <a:gd name="csY3" fmla="*/ 461513 h 961845"/>
              <a:gd name="csX4" fmla="*/ 1608826 w 3312543"/>
              <a:gd name="csY4" fmla="*/ 457200 h 961845"/>
              <a:gd name="csX5" fmla="*/ 1621766 w 3312543"/>
              <a:gd name="csY5" fmla="*/ 694426 h 961845"/>
              <a:gd name="csX6" fmla="*/ 2467154 w 3312543"/>
              <a:gd name="csY6" fmla="*/ 668547 h 961845"/>
              <a:gd name="csX7" fmla="*/ 2493034 w 3312543"/>
              <a:gd name="csY7" fmla="*/ 961845 h 961845"/>
              <a:gd name="csX8" fmla="*/ 3312543 w 3312543"/>
              <a:gd name="csY8" fmla="*/ 901460 h 961845"/>
              <a:gd name="csX9" fmla="*/ 3278037 w 3312543"/>
              <a:gd name="csY9" fmla="*/ 0 h 961845"/>
              <a:gd name="csX10" fmla="*/ 8626 w 3312543"/>
              <a:gd name="csY10" fmla="*/ 60385 h 9618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312543" h="961845">
                <a:moveTo>
                  <a:pt x="8626" y="60385"/>
                </a:moveTo>
                <a:lnTo>
                  <a:pt x="0" y="258793"/>
                </a:lnTo>
                <a:lnTo>
                  <a:pt x="940279" y="267419"/>
                </a:lnTo>
                <a:cubicBezTo>
                  <a:pt x="938841" y="332117"/>
                  <a:pt x="937404" y="396815"/>
                  <a:pt x="935966" y="461513"/>
                </a:cubicBezTo>
                <a:lnTo>
                  <a:pt x="1608826" y="457200"/>
                </a:lnTo>
                <a:lnTo>
                  <a:pt x="1621766" y="694426"/>
                </a:lnTo>
                <a:lnTo>
                  <a:pt x="2467154" y="668547"/>
                </a:lnTo>
                <a:lnTo>
                  <a:pt x="2493034" y="961845"/>
                </a:lnTo>
                <a:lnTo>
                  <a:pt x="3312543" y="901460"/>
                </a:lnTo>
                <a:lnTo>
                  <a:pt x="3278037" y="0"/>
                </a:lnTo>
                <a:lnTo>
                  <a:pt x="8626" y="6038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Freeform: Shape 12">
            <a:extLst>
              <a:ext uri="{FF2B5EF4-FFF2-40B4-BE49-F238E27FC236}">
                <a16:creationId xmlns:a16="http://schemas.microsoft.com/office/drawing/2014/main" id="{31A3B126-51BE-AB44-E70D-36C8E04FC174}"/>
              </a:ext>
            </a:extLst>
          </p:cNvPr>
          <p:cNvSpPr/>
          <p:nvPr/>
        </p:nvSpPr>
        <p:spPr>
          <a:xfrm>
            <a:off x="8439275" y="4436919"/>
            <a:ext cx="3312543" cy="961845"/>
          </a:xfrm>
          <a:custGeom>
            <a:avLst/>
            <a:gdLst>
              <a:gd name="csX0" fmla="*/ 8626 w 3312543"/>
              <a:gd name="csY0" fmla="*/ 60385 h 961845"/>
              <a:gd name="csX1" fmla="*/ 0 w 3312543"/>
              <a:gd name="csY1" fmla="*/ 258793 h 961845"/>
              <a:gd name="csX2" fmla="*/ 940279 w 3312543"/>
              <a:gd name="csY2" fmla="*/ 267419 h 961845"/>
              <a:gd name="csX3" fmla="*/ 935966 w 3312543"/>
              <a:gd name="csY3" fmla="*/ 461513 h 961845"/>
              <a:gd name="csX4" fmla="*/ 1608826 w 3312543"/>
              <a:gd name="csY4" fmla="*/ 457200 h 961845"/>
              <a:gd name="csX5" fmla="*/ 1621766 w 3312543"/>
              <a:gd name="csY5" fmla="*/ 694426 h 961845"/>
              <a:gd name="csX6" fmla="*/ 2467154 w 3312543"/>
              <a:gd name="csY6" fmla="*/ 668547 h 961845"/>
              <a:gd name="csX7" fmla="*/ 2493034 w 3312543"/>
              <a:gd name="csY7" fmla="*/ 961845 h 961845"/>
              <a:gd name="csX8" fmla="*/ 3312543 w 3312543"/>
              <a:gd name="csY8" fmla="*/ 901460 h 961845"/>
              <a:gd name="csX9" fmla="*/ 3278037 w 3312543"/>
              <a:gd name="csY9" fmla="*/ 0 h 961845"/>
              <a:gd name="csX10" fmla="*/ 8626 w 3312543"/>
              <a:gd name="csY10" fmla="*/ 60385 h 9618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312543" h="961845">
                <a:moveTo>
                  <a:pt x="8626" y="60385"/>
                </a:moveTo>
                <a:lnTo>
                  <a:pt x="0" y="258793"/>
                </a:lnTo>
                <a:lnTo>
                  <a:pt x="940279" y="267419"/>
                </a:lnTo>
                <a:cubicBezTo>
                  <a:pt x="938841" y="332117"/>
                  <a:pt x="937404" y="396815"/>
                  <a:pt x="935966" y="461513"/>
                </a:cubicBezTo>
                <a:lnTo>
                  <a:pt x="1608826" y="457200"/>
                </a:lnTo>
                <a:lnTo>
                  <a:pt x="1621766" y="694426"/>
                </a:lnTo>
                <a:lnTo>
                  <a:pt x="2467154" y="668547"/>
                </a:lnTo>
                <a:lnTo>
                  <a:pt x="2493034" y="961845"/>
                </a:lnTo>
                <a:lnTo>
                  <a:pt x="3312543" y="901460"/>
                </a:lnTo>
                <a:lnTo>
                  <a:pt x="3278037" y="0"/>
                </a:lnTo>
                <a:lnTo>
                  <a:pt x="8626" y="6038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59245FCE-74E8-1B58-4342-5F21B65454C2}"/>
              </a:ext>
            </a:extLst>
          </p:cNvPr>
          <p:cNvSpPr/>
          <p:nvPr/>
        </p:nvSpPr>
        <p:spPr>
          <a:xfrm>
            <a:off x="11003921" y="2729812"/>
            <a:ext cx="1203385" cy="31520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F331F4E3-EC8D-3BEF-4CAC-E1519930BF17}"/>
              </a:ext>
            </a:extLst>
          </p:cNvPr>
          <p:cNvSpPr/>
          <p:nvPr/>
        </p:nvSpPr>
        <p:spPr>
          <a:xfrm>
            <a:off x="6434114" y="652223"/>
            <a:ext cx="953219" cy="2776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63D13882-82D7-BCC2-D8E3-7825CE27ED23}"/>
              </a:ext>
            </a:extLst>
          </p:cNvPr>
          <p:cNvSpPr/>
          <p:nvPr/>
        </p:nvSpPr>
        <p:spPr>
          <a:xfrm>
            <a:off x="6863157" y="4375904"/>
            <a:ext cx="953219" cy="2776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E4339ED8-CC26-D5E5-9A24-C651D8EBDCA2}"/>
              </a:ext>
            </a:extLst>
          </p:cNvPr>
          <p:cNvSpPr txBox="1"/>
          <p:nvPr/>
        </p:nvSpPr>
        <p:spPr>
          <a:xfrm>
            <a:off x="6656081" y="217488"/>
            <a:ext cx="61254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Aptos" panose="02110004020202020204"/>
                <a:ea typeface="+mn-ea"/>
                <a:cs typeface="+mn-cs"/>
              </a:rPr>
              <a:t>S.C.</a:t>
            </a:r>
          </a:p>
        </p:txBody>
      </p:sp>
      <p:sp>
        <p:nvSpPr>
          <p:cNvPr id="19" name="TextBox 18">
            <a:extLst>
              <a:ext uri="{FF2B5EF4-FFF2-40B4-BE49-F238E27FC236}">
                <a16:creationId xmlns:a16="http://schemas.microsoft.com/office/drawing/2014/main" id="{179CD04B-07A5-90C0-91E9-15B9C58D599E}"/>
              </a:ext>
            </a:extLst>
          </p:cNvPr>
          <p:cNvSpPr txBox="1"/>
          <p:nvPr/>
        </p:nvSpPr>
        <p:spPr>
          <a:xfrm>
            <a:off x="10960553" y="4822032"/>
            <a:ext cx="61254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Aptos" panose="02110004020202020204"/>
                <a:ea typeface="+mn-ea"/>
                <a:cs typeface="+mn-cs"/>
              </a:rPr>
              <a:t>S.C.</a:t>
            </a:r>
          </a:p>
        </p:txBody>
      </p:sp>
      <p:graphicFrame>
        <p:nvGraphicFramePr>
          <p:cNvPr id="21" name="Table 20">
            <a:extLst>
              <a:ext uri="{FF2B5EF4-FFF2-40B4-BE49-F238E27FC236}">
                <a16:creationId xmlns:a16="http://schemas.microsoft.com/office/drawing/2014/main" id="{E2D6F3BB-5E2C-403F-DA69-A626C560605E}"/>
              </a:ext>
            </a:extLst>
          </p:cNvPr>
          <p:cNvGraphicFramePr>
            <a:graphicFrameLocks noGrp="1"/>
          </p:cNvGraphicFramePr>
          <p:nvPr>
            <p:extLst>
              <p:ext uri="{D42A27DB-BD31-4B8C-83A1-F6EECF244321}">
                <p14:modId xmlns:p14="http://schemas.microsoft.com/office/powerpoint/2010/main" val="2693732419"/>
              </p:ext>
            </p:extLst>
          </p:nvPr>
        </p:nvGraphicFramePr>
        <p:xfrm>
          <a:off x="6150607" y="2165351"/>
          <a:ext cx="5365644" cy="1483360"/>
        </p:xfrm>
        <a:graphic>
          <a:graphicData uri="http://schemas.openxmlformats.org/drawingml/2006/table">
            <a:tbl>
              <a:tblPr firstRow="1" bandRow="1">
                <a:tableStyleId>{5C22544A-7EE6-4342-B048-85BDC9FD1C3A}</a:tableStyleId>
              </a:tblPr>
              <a:tblGrid>
                <a:gridCol w="1341411">
                  <a:extLst>
                    <a:ext uri="{9D8B030D-6E8A-4147-A177-3AD203B41FA5}">
                      <a16:colId xmlns:a16="http://schemas.microsoft.com/office/drawing/2014/main" val="3103698760"/>
                    </a:ext>
                  </a:extLst>
                </a:gridCol>
                <a:gridCol w="1341411">
                  <a:extLst>
                    <a:ext uri="{9D8B030D-6E8A-4147-A177-3AD203B41FA5}">
                      <a16:colId xmlns:a16="http://schemas.microsoft.com/office/drawing/2014/main" val="2635432834"/>
                    </a:ext>
                  </a:extLst>
                </a:gridCol>
                <a:gridCol w="1341411">
                  <a:extLst>
                    <a:ext uri="{9D8B030D-6E8A-4147-A177-3AD203B41FA5}">
                      <a16:colId xmlns:a16="http://schemas.microsoft.com/office/drawing/2014/main" val="3441252029"/>
                    </a:ext>
                  </a:extLst>
                </a:gridCol>
                <a:gridCol w="1341411">
                  <a:extLst>
                    <a:ext uri="{9D8B030D-6E8A-4147-A177-3AD203B41FA5}">
                      <a16:colId xmlns:a16="http://schemas.microsoft.com/office/drawing/2014/main" val="3101789880"/>
                    </a:ext>
                  </a:extLst>
                </a:gridCol>
              </a:tblGrid>
              <a:tr h="370840">
                <a:tc>
                  <a:txBody>
                    <a:bodyPr/>
                    <a:lstStyle/>
                    <a:p>
                      <a:r>
                        <a:rPr lang="en-GB" sz="1200" b="1" dirty="0"/>
                        <a:t>Blue Border</a:t>
                      </a:r>
                    </a:p>
                  </a:txBody>
                  <a:tcPr/>
                </a:tc>
                <a:tc>
                  <a:txBody>
                    <a:bodyPr/>
                    <a:lstStyle/>
                    <a:p>
                      <a:r>
                        <a:rPr lang="en-GB" sz="1200" b="0" dirty="0"/>
                        <a:t>Safe</a:t>
                      </a:r>
                    </a:p>
                  </a:txBody>
                  <a:tcPr/>
                </a:tc>
                <a:tc>
                  <a:txBody>
                    <a:bodyPr/>
                    <a:lstStyle/>
                    <a:p>
                      <a:r>
                        <a:rPr lang="en-GB" sz="1200" b="0" dirty="0"/>
                        <a:t>Unsafe</a:t>
                      </a:r>
                    </a:p>
                  </a:txBody>
                  <a:tcPr/>
                </a:tc>
                <a:tc>
                  <a:txBody>
                    <a:bodyPr/>
                    <a:lstStyle/>
                    <a:p>
                      <a:r>
                        <a:rPr lang="en-GB" sz="1200" b="0" dirty="0"/>
                        <a:t>Unknown</a:t>
                      </a:r>
                    </a:p>
                  </a:txBody>
                  <a:tcPr/>
                </a:tc>
                <a:extLst>
                  <a:ext uri="{0D108BD9-81ED-4DB2-BD59-A6C34878D82A}">
                    <a16:rowId xmlns:a16="http://schemas.microsoft.com/office/drawing/2014/main" val="4005023882"/>
                  </a:ext>
                </a:extLst>
              </a:tr>
              <a:tr h="370840">
                <a:tc>
                  <a:txBody>
                    <a:bodyPr/>
                    <a:lstStyle/>
                    <a:p>
                      <a:r>
                        <a:rPr lang="en-GB" sz="1200" b="1" dirty="0"/>
                        <a:t>Unsafe</a:t>
                      </a:r>
                    </a:p>
                  </a:txBody>
                  <a:tcPr/>
                </a:tc>
                <a:tc>
                  <a:txBody>
                    <a:bodyPr/>
                    <a:lstStyle/>
                    <a:p>
                      <a:pPr algn="ctr"/>
                      <a:r>
                        <a:rPr lang="en-GB" sz="1200" i="1" dirty="0"/>
                        <a:t>No</a:t>
                      </a:r>
                    </a:p>
                  </a:txBody>
                  <a:tcPr/>
                </a:tc>
                <a:tc>
                  <a:txBody>
                    <a:bodyPr/>
                    <a:lstStyle/>
                    <a:p>
                      <a:pPr algn="ctr"/>
                      <a:r>
                        <a:rPr lang="en-GB" sz="1200" i="1" dirty="0"/>
                        <a:t>-</a:t>
                      </a:r>
                    </a:p>
                  </a:txBody>
                  <a:tcPr/>
                </a:tc>
                <a:tc>
                  <a:txBody>
                    <a:bodyPr/>
                    <a:lstStyle/>
                    <a:p>
                      <a:pPr algn="ctr"/>
                      <a:r>
                        <a:rPr lang="en-GB" sz="1200" i="1" dirty="0"/>
                        <a:t>-</a:t>
                      </a:r>
                    </a:p>
                  </a:txBody>
                  <a:tcPr/>
                </a:tc>
                <a:extLst>
                  <a:ext uri="{0D108BD9-81ED-4DB2-BD59-A6C34878D82A}">
                    <a16:rowId xmlns:a16="http://schemas.microsoft.com/office/drawing/2014/main" val="2623996377"/>
                  </a:ext>
                </a:extLst>
              </a:tr>
              <a:tr h="370840">
                <a:tc>
                  <a:txBody>
                    <a:bodyPr/>
                    <a:lstStyle/>
                    <a:p>
                      <a:r>
                        <a:rPr lang="en-GB" sz="1200" b="1" dirty="0"/>
                        <a:t>Unknown</a:t>
                      </a:r>
                    </a:p>
                  </a:txBody>
                  <a:tcPr/>
                </a:tc>
                <a:tc>
                  <a:txBody>
                    <a:bodyPr/>
                    <a:lstStyle/>
                    <a:p>
                      <a:pPr algn="ctr"/>
                      <a:r>
                        <a:rPr lang="en-GB" sz="1200" i="1" dirty="0"/>
                        <a:t>No</a:t>
                      </a:r>
                    </a:p>
                  </a:txBody>
                  <a:tcPr/>
                </a:tc>
                <a:tc>
                  <a:txBody>
                    <a:bodyPr/>
                    <a:lstStyle/>
                    <a:p>
                      <a:pPr algn="ctr"/>
                      <a:r>
                        <a:rPr lang="en-GB" sz="1200" i="1" dirty="0"/>
                        <a:t>No</a:t>
                      </a:r>
                    </a:p>
                  </a:txBody>
                  <a:tcPr/>
                </a:tc>
                <a:tc>
                  <a:txBody>
                    <a:bodyPr/>
                    <a:lstStyle/>
                    <a:p>
                      <a:pPr algn="ctr"/>
                      <a:r>
                        <a:rPr lang="en-GB" sz="1200" i="1" dirty="0"/>
                        <a:t>-</a:t>
                      </a:r>
                    </a:p>
                  </a:txBody>
                  <a:tcPr/>
                </a:tc>
                <a:extLst>
                  <a:ext uri="{0D108BD9-81ED-4DB2-BD59-A6C34878D82A}">
                    <a16:rowId xmlns:a16="http://schemas.microsoft.com/office/drawing/2014/main" val="4250118283"/>
                  </a:ext>
                </a:extLst>
              </a:tr>
              <a:tr h="370840">
                <a:tc>
                  <a:txBody>
                    <a:bodyPr/>
                    <a:lstStyle/>
                    <a:p>
                      <a:r>
                        <a:rPr lang="en-GB" sz="1200" b="1" dirty="0"/>
                        <a:t>Edge of dataset</a:t>
                      </a:r>
                    </a:p>
                  </a:txBody>
                  <a:tcPr/>
                </a:tc>
                <a:tc>
                  <a:txBody>
                    <a:bodyPr/>
                    <a:lstStyle/>
                    <a:p>
                      <a:pPr algn="ctr"/>
                      <a:r>
                        <a:rPr lang="en-GB" sz="1200" b="1" i="1" dirty="0"/>
                        <a:t>Yes</a:t>
                      </a:r>
                    </a:p>
                  </a:txBody>
                  <a:tcPr/>
                </a:tc>
                <a:tc>
                  <a:txBody>
                    <a:bodyPr/>
                    <a:lstStyle/>
                    <a:p>
                      <a:pPr algn="ctr"/>
                      <a:r>
                        <a:rPr lang="en-GB" sz="1200" b="1" i="1" dirty="0"/>
                        <a:t>Yes</a:t>
                      </a:r>
                    </a:p>
                  </a:txBody>
                  <a:tcPr/>
                </a:tc>
                <a:tc>
                  <a:txBody>
                    <a:bodyPr/>
                    <a:lstStyle/>
                    <a:p>
                      <a:pPr algn="ctr"/>
                      <a:r>
                        <a:rPr lang="en-GB" sz="1200" b="1" i="1" dirty="0"/>
                        <a:t>No </a:t>
                      </a:r>
                    </a:p>
                  </a:txBody>
                  <a:tcPr/>
                </a:tc>
                <a:extLst>
                  <a:ext uri="{0D108BD9-81ED-4DB2-BD59-A6C34878D82A}">
                    <a16:rowId xmlns:a16="http://schemas.microsoft.com/office/drawing/2014/main" val="1134268860"/>
                  </a:ext>
                </a:extLst>
              </a:tr>
            </a:tbl>
          </a:graphicData>
        </a:graphic>
      </p:graphicFrame>
    </p:spTree>
    <p:extLst>
      <p:ext uri="{BB962C8B-B14F-4D97-AF65-F5344CB8AC3E}">
        <p14:creationId xmlns:p14="http://schemas.microsoft.com/office/powerpoint/2010/main" val="37942296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118B795-1D9A-4F0D-B6E3-570A287923DE}"/>
              </a:ext>
            </a:extLst>
          </p:cNvPr>
          <p:cNvSpPr>
            <a:spLocks noGrp="1"/>
          </p:cNvSpPr>
          <p:nvPr>
            <p:ph type="title"/>
          </p:nvPr>
        </p:nvSpPr>
        <p:spPr>
          <a:xfrm>
            <a:off x="465337" y="162710"/>
            <a:ext cx="11412245" cy="855679"/>
          </a:xfrm>
        </p:spPr>
        <p:txBody>
          <a:bodyPr>
            <a:normAutofit/>
          </a:bodyPr>
          <a:lstStyle/>
          <a:p>
            <a:r>
              <a:rPr lang="fr-FR" sz="3500" b="1" dirty="0"/>
              <a:t>Clarifications </a:t>
            </a:r>
            <a:r>
              <a:rPr lang="fr-FR" sz="3500" b="1" dirty="0" err="1"/>
              <a:t>needed</a:t>
            </a:r>
            <a:endParaRPr lang="fr-FR" sz="3500" b="1" dirty="0"/>
          </a:p>
        </p:txBody>
      </p:sp>
      <p:sp>
        <p:nvSpPr>
          <p:cNvPr id="3" name="Espace réservé du contenu 2">
            <a:extLst>
              <a:ext uri="{FF2B5EF4-FFF2-40B4-BE49-F238E27FC236}">
                <a16:creationId xmlns:a16="http://schemas.microsoft.com/office/drawing/2014/main" id="{40431E8B-80C3-4880-B3D5-EB6A16861920}"/>
              </a:ext>
            </a:extLst>
          </p:cNvPr>
          <p:cNvSpPr>
            <a:spLocks noGrp="1"/>
          </p:cNvSpPr>
          <p:nvPr>
            <p:ph idx="1"/>
          </p:nvPr>
        </p:nvSpPr>
        <p:spPr>
          <a:xfrm>
            <a:off x="465337" y="1018389"/>
            <a:ext cx="11130993" cy="5142781"/>
          </a:xfrm>
        </p:spPr>
        <p:txBody>
          <a:bodyPr>
            <a:normAutofit fontScale="85000" lnSpcReduction="20000"/>
          </a:bodyPr>
          <a:lstStyle/>
          <a:p>
            <a:pPr marL="0" indent="0" algn="just">
              <a:lnSpc>
                <a:spcPct val="120000"/>
              </a:lnSpc>
              <a:spcBef>
                <a:spcPts val="0"/>
              </a:spcBef>
              <a:buNone/>
            </a:pPr>
            <a:r>
              <a:rPr lang="en-US" sz="2200" dirty="0"/>
              <a:t>It mixes 3 different “concepts of overlap” :</a:t>
            </a:r>
          </a:p>
          <a:p>
            <a:pPr lvl="1" algn="just">
              <a:lnSpc>
                <a:spcPct val="120000"/>
              </a:lnSpc>
              <a:spcBef>
                <a:spcPts val="0"/>
              </a:spcBef>
            </a:pPr>
            <a:r>
              <a:rPr lang="en-US" sz="2200" dirty="0"/>
              <a:t>spatial overlap </a:t>
            </a:r>
          </a:p>
          <a:p>
            <a:pPr lvl="1" algn="just">
              <a:lnSpc>
                <a:spcPct val="120000"/>
              </a:lnSpc>
              <a:spcBef>
                <a:spcPts val="0"/>
              </a:spcBef>
            </a:pPr>
            <a:r>
              <a:rPr lang="en-US" sz="2200" dirty="0"/>
              <a:t>display scale-based overlap</a:t>
            </a:r>
          </a:p>
          <a:p>
            <a:pPr lvl="1" algn="just">
              <a:lnSpc>
                <a:spcPct val="120000"/>
              </a:lnSpc>
              <a:spcBef>
                <a:spcPts val="0"/>
              </a:spcBef>
            </a:pPr>
            <a:r>
              <a:rPr lang="en-US" sz="2200" dirty="0"/>
              <a:t>temporal overlap</a:t>
            </a:r>
          </a:p>
          <a:p>
            <a:pPr marL="0" indent="0" algn="just">
              <a:lnSpc>
                <a:spcPct val="120000"/>
              </a:lnSpc>
              <a:spcBef>
                <a:spcPts val="0"/>
              </a:spcBef>
              <a:buNone/>
            </a:pPr>
            <a:r>
              <a:rPr lang="en-US" sz="2200" dirty="0"/>
              <a:t>leading to uncertainty on whether multiple datasets covering the same area but intended for different display scale ranges and/or temporality are permissible in operational ECDIS use.</a:t>
            </a:r>
          </a:p>
          <a:p>
            <a:pPr marL="0" indent="0" algn="just">
              <a:lnSpc>
                <a:spcPct val="120000"/>
              </a:lnSpc>
              <a:spcBef>
                <a:spcPts val="0"/>
              </a:spcBef>
              <a:buNone/>
            </a:pPr>
            <a:endParaRPr lang="en-US" sz="2200" dirty="0"/>
          </a:p>
          <a:p>
            <a:pPr algn="just">
              <a:lnSpc>
                <a:spcPct val="120000"/>
              </a:lnSpc>
              <a:spcBef>
                <a:spcPts val="0"/>
              </a:spcBef>
              <a:buFont typeface="Wingdings" panose="05000000000000000000" pitchFamily="2" charset="2"/>
              <a:buChar char="è"/>
            </a:pPr>
            <a:r>
              <a:rPr lang="en-US" sz="2200" b="1" dirty="0">
                <a:sym typeface="Wingdings" panose="05000000000000000000" pitchFamily="2" charset="2"/>
              </a:rPr>
              <a:t> Need clarification on what overlap means</a:t>
            </a:r>
            <a:r>
              <a:rPr lang="en-US" sz="2200" dirty="0">
                <a:sym typeface="Wingdings" panose="05000000000000000000" pitchFamily="2" charset="2"/>
              </a:rPr>
              <a:t>, proposal :</a:t>
            </a:r>
          </a:p>
          <a:p>
            <a:pPr algn="just">
              <a:lnSpc>
                <a:spcPct val="120000"/>
              </a:lnSpc>
              <a:spcBef>
                <a:spcPts val="0"/>
              </a:spcBef>
            </a:pPr>
            <a:r>
              <a:rPr lang="en-US" sz="2200" dirty="0">
                <a:sym typeface="Wingdings" panose="05000000000000000000" pitchFamily="2" charset="2"/>
              </a:rPr>
              <a:t>Spatial overlap between datasets (without a temporal extent) shall be permitted only when their display-scale ranges are mutually exclusive</a:t>
            </a:r>
          </a:p>
          <a:p>
            <a:pPr algn="just">
              <a:lnSpc>
                <a:spcPct val="120000"/>
              </a:lnSpc>
              <a:spcBef>
                <a:spcPts val="0"/>
              </a:spcBef>
            </a:pPr>
            <a:r>
              <a:rPr lang="en-US" sz="2200" dirty="0">
                <a:sym typeface="Wingdings" panose="05000000000000000000" pitchFamily="2" charset="2"/>
              </a:rPr>
              <a:t>For any given position and display scale, at most one dataset shall be applicable.</a:t>
            </a:r>
          </a:p>
          <a:p>
            <a:pPr marL="0" indent="0" algn="just">
              <a:lnSpc>
                <a:spcPct val="120000"/>
              </a:lnSpc>
              <a:spcBef>
                <a:spcPts val="0"/>
              </a:spcBef>
              <a:buNone/>
            </a:pPr>
            <a:endParaRPr lang="en-US" sz="2200" dirty="0">
              <a:sym typeface="Wingdings" panose="05000000000000000000" pitchFamily="2" charset="2"/>
            </a:endParaRPr>
          </a:p>
          <a:p>
            <a:pPr marL="0" indent="0" algn="just">
              <a:lnSpc>
                <a:spcPct val="120000"/>
              </a:lnSpc>
              <a:spcBef>
                <a:spcPts val="0"/>
              </a:spcBef>
              <a:buNone/>
            </a:pPr>
            <a:r>
              <a:rPr lang="en-US" sz="2200" dirty="0">
                <a:sym typeface="Wingdings" panose="05000000000000000000" pitchFamily="2" charset="2"/>
              </a:rPr>
              <a:t> </a:t>
            </a:r>
            <a:r>
              <a:rPr lang="en-US" sz="2200" dirty="0"/>
              <a:t>Even if the objective is to achieve “zero conflict,” a normative </a:t>
            </a:r>
            <a:r>
              <a:rPr lang="en-US" sz="2200" dirty="0" err="1"/>
              <a:t>behaviour</a:t>
            </a:r>
            <a:r>
              <a:rPr lang="en-US" sz="2200" dirty="0"/>
              <a:t> is required in case such a situation occurs :</a:t>
            </a:r>
          </a:p>
          <a:p>
            <a:pPr algn="just">
              <a:lnSpc>
                <a:spcPct val="120000"/>
              </a:lnSpc>
              <a:spcBef>
                <a:spcPts val="0"/>
              </a:spcBef>
            </a:pPr>
            <a:r>
              <a:rPr lang="en-US" sz="2200" dirty="0"/>
              <a:t>If multiple datasets are applicable due to inconsistent scale metadata, the ECDIS should select the dataset with the largest maximum display scale (i.e., highest intended detail), and should provide an indication to the user.</a:t>
            </a:r>
            <a:endParaRPr lang="en-US" sz="2200" dirty="0">
              <a:sym typeface="Wingdings" panose="05000000000000000000" pitchFamily="2" charset="2"/>
            </a:endParaRPr>
          </a:p>
          <a:p>
            <a:pPr marL="0" indent="0" algn="just">
              <a:lnSpc>
                <a:spcPct val="120000"/>
              </a:lnSpc>
              <a:spcBef>
                <a:spcPts val="0"/>
              </a:spcBef>
              <a:buNone/>
            </a:pPr>
            <a:endParaRPr lang="en-US" sz="2200" dirty="0"/>
          </a:p>
        </p:txBody>
      </p:sp>
      <p:sp>
        <p:nvSpPr>
          <p:cNvPr id="4" name="Espace réservé de la date 3">
            <a:extLst>
              <a:ext uri="{FF2B5EF4-FFF2-40B4-BE49-F238E27FC236}">
                <a16:creationId xmlns:a16="http://schemas.microsoft.com/office/drawing/2014/main" id="{2A1D7D1D-4B05-4D96-BE6F-EC1878761C65}"/>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F2AF17C-2158-4278-97B5-885D5E1EFAB3}" type="datetime1">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08/03/2026</a:t>
            </a:fld>
            <a:endParaRPr kumimoji="0" lang="fr-FR"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Espace réservé du pied de page 4">
            <a:extLst>
              <a:ext uri="{FF2B5EF4-FFF2-40B4-BE49-F238E27FC236}">
                <a16:creationId xmlns:a16="http://schemas.microsoft.com/office/drawing/2014/main" id="{41093293-81A2-4949-A155-BEB3DA6A311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TSM12 - Shom</a:t>
            </a:r>
            <a:endParaRPr kumimoji="0" lang="fr-FR"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6" name="Espace réservé du numéro de diapositive 5">
            <a:extLst>
              <a:ext uri="{FF2B5EF4-FFF2-40B4-BE49-F238E27FC236}">
                <a16:creationId xmlns:a16="http://schemas.microsoft.com/office/drawing/2014/main" id="{E52B172D-67C3-4335-9BBF-71762822493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3312D4-2DD7-4A49-87AD-B83CA1D3FE1A}"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fr-FR"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505132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118B795-1D9A-4F0D-B6E3-570A287923DE}"/>
              </a:ext>
            </a:extLst>
          </p:cNvPr>
          <p:cNvSpPr>
            <a:spLocks noGrp="1"/>
          </p:cNvSpPr>
          <p:nvPr>
            <p:ph type="title"/>
          </p:nvPr>
        </p:nvSpPr>
        <p:spPr>
          <a:xfrm>
            <a:off x="465337" y="162710"/>
            <a:ext cx="11412245" cy="855679"/>
          </a:xfrm>
        </p:spPr>
        <p:txBody>
          <a:bodyPr>
            <a:normAutofit/>
          </a:bodyPr>
          <a:lstStyle/>
          <a:p>
            <a:r>
              <a:rPr lang="fr-FR" sz="3500" b="1" dirty="0"/>
              <a:t>Change </a:t>
            </a:r>
            <a:r>
              <a:rPr lang="fr-FR" sz="3500" b="1" dirty="0" err="1"/>
              <a:t>proposal</a:t>
            </a:r>
            <a:endParaRPr lang="fr-FR" sz="3500" b="1" dirty="0"/>
          </a:p>
        </p:txBody>
      </p:sp>
      <p:sp>
        <p:nvSpPr>
          <p:cNvPr id="3" name="Espace réservé du contenu 2">
            <a:extLst>
              <a:ext uri="{FF2B5EF4-FFF2-40B4-BE49-F238E27FC236}">
                <a16:creationId xmlns:a16="http://schemas.microsoft.com/office/drawing/2014/main" id="{40431E8B-80C3-4880-B3D5-EB6A16861920}"/>
              </a:ext>
            </a:extLst>
          </p:cNvPr>
          <p:cNvSpPr>
            <a:spLocks noGrp="1"/>
          </p:cNvSpPr>
          <p:nvPr>
            <p:ph idx="1"/>
          </p:nvPr>
        </p:nvSpPr>
        <p:spPr>
          <a:xfrm>
            <a:off x="465337" y="1018389"/>
            <a:ext cx="11130993" cy="533009"/>
          </a:xfrm>
        </p:spPr>
        <p:txBody>
          <a:bodyPr>
            <a:normAutofit/>
          </a:bodyPr>
          <a:lstStyle/>
          <a:p>
            <a:pPr marL="0" indent="0" algn="just">
              <a:lnSpc>
                <a:spcPct val="120000"/>
              </a:lnSpc>
              <a:spcBef>
                <a:spcPts val="0"/>
              </a:spcBef>
              <a:buNone/>
            </a:pPr>
            <a:r>
              <a:rPr lang="en-US" sz="2200" b="1" dirty="0"/>
              <a:t>S-98 20.3 Dataset overlaps and gaps ?</a:t>
            </a:r>
          </a:p>
          <a:p>
            <a:pPr marL="0" indent="0" algn="just">
              <a:lnSpc>
                <a:spcPct val="120000"/>
              </a:lnSpc>
              <a:spcBef>
                <a:spcPts val="0"/>
              </a:spcBef>
              <a:buNone/>
            </a:pPr>
            <a:endParaRPr lang="en-US" sz="2200" dirty="0"/>
          </a:p>
        </p:txBody>
      </p:sp>
      <p:sp>
        <p:nvSpPr>
          <p:cNvPr id="4" name="Espace réservé de la date 3">
            <a:extLst>
              <a:ext uri="{FF2B5EF4-FFF2-40B4-BE49-F238E27FC236}">
                <a16:creationId xmlns:a16="http://schemas.microsoft.com/office/drawing/2014/main" id="{2A1D7D1D-4B05-4D96-BE6F-EC1878761C65}"/>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F2AF17C-2158-4278-97B5-885D5E1EFAB3}" type="datetime1">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08/03/2026</a:t>
            </a:fld>
            <a:endParaRPr kumimoji="0" lang="fr-FR"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Espace réservé du pied de page 4">
            <a:extLst>
              <a:ext uri="{FF2B5EF4-FFF2-40B4-BE49-F238E27FC236}">
                <a16:creationId xmlns:a16="http://schemas.microsoft.com/office/drawing/2014/main" id="{41093293-81A2-4949-A155-BEB3DA6A311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TSM12 - Shom</a:t>
            </a:r>
            <a:endParaRPr kumimoji="0" lang="fr-FR"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6" name="Espace réservé du numéro de diapositive 5">
            <a:extLst>
              <a:ext uri="{FF2B5EF4-FFF2-40B4-BE49-F238E27FC236}">
                <a16:creationId xmlns:a16="http://schemas.microsoft.com/office/drawing/2014/main" id="{E52B172D-67C3-4335-9BBF-71762822493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3312D4-2DD7-4A49-87AD-B83CA1D3FE1A}"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fr-FR"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Espace réservé du contenu 2">
            <a:extLst>
              <a:ext uri="{FF2B5EF4-FFF2-40B4-BE49-F238E27FC236}">
                <a16:creationId xmlns:a16="http://schemas.microsoft.com/office/drawing/2014/main" id="{CDF6C613-6DC4-495A-B799-37C25D0AFDF6}"/>
              </a:ext>
            </a:extLst>
          </p:cNvPr>
          <p:cNvSpPr txBox="1">
            <a:spLocks/>
          </p:cNvSpPr>
          <p:nvPr/>
        </p:nvSpPr>
        <p:spPr>
          <a:xfrm>
            <a:off x="471330" y="1776965"/>
            <a:ext cx="11130993" cy="5330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US" sz="2200" b="1" i="0" u="none" strike="noStrike" kern="1200" cap="none" spc="0" normalizeH="0" baseline="0" noProof="0" dirty="0">
                <a:ln>
                  <a:noFill/>
                </a:ln>
                <a:solidFill>
                  <a:prstClr val="black"/>
                </a:solidFill>
                <a:effectLst/>
                <a:uLnTx/>
                <a:uFillTx/>
                <a:latin typeface="Calibri" panose="020F0502020204030204"/>
                <a:ea typeface="+mn-ea"/>
                <a:cs typeface="+mn-cs"/>
              </a:rPr>
              <a:t>S-98 12.2 Display of non-ENC data layers ?</a:t>
            </a:r>
          </a:p>
          <a:p>
            <a:pPr marL="0" marR="0" lvl="0" indent="0" algn="just" defTabSz="914400" rtl="0" eaLnBrk="1" fontAlgn="auto" latinLnBrk="0" hangingPunct="1">
              <a:lnSpc>
                <a:spcPct val="120000"/>
              </a:lnSpc>
              <a:spcBef>
                <a:spcPts val="0"/>
              </a:spcBef>
              <a:spcAft>
                <a:spcPts val="0"/>
              </a:spcAft>
              <a:buClrTx/>
              <a:buSzTx/>
              <a:buFont typeface="Arial" panose="020B0604020202020204" pitchFamily="34" charset="0"/>
              <a:buNone/>
              <a:tabLst/>
              <a:defRPr/>
            </a:pP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ZoneTexte 7">
            <a:extLst>
              <a:ext uri="{FF2B5EF4-FFF2-40B4-BE49-F238E27FC236}">
                <a16:creationId xmlns:a16="http://schemas.microsoft.com/office/drawing/2014/main" id="{2861FC7D-8B27-475C-B598-FAE404D2F4CA}"/>
              </a:ext>
            </a:extLst>
          </p:cNvPr>
          <p:cNvSpPr txBox="1"/>
          <p:nvPr/>
        </p:nvSpPr>
        <p:spPr>
          <a:xfrm>
            <a:off x="838200" y="2691829"/>
            <a:ext cx="9220200" cy="2246769"/>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Equivalently.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solidFill>
                <a:prstClr val="black"/>
              </a:solidFill>
              <a:latin typeface="Calibri" panose="020F0502020204030204"/>
              <a:sym typeface="Wingdings" panose="05000000000000000000" pitchFamily="2" charset="2"/>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Spatial overlap between datasets without a temporal extent shall be permitted only when their display-scale ranges are mutually exclusive.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If multiple datasets are applicable due to inconsistent scale metadata, the ECDIS should select the dataset with the largest maximum display scale (i.e., highest intended detail), and should provide an indication to the user.</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endParaRPr>
          </a:p>
        </p:txBody>
      </p:sp>
    </p:spTree>
    <p:extLst>
      <p:ext uri="{BB962C8B-B14F-4D97-AF65-F5344CB8AC3E}">
        <p14:creationId xmlns:p14="http://schemas.microsoft.com/office/powerpoint/2010/main" val="37369538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2CC21-75E4-E3B0-F626-B3570564824A}"/>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C739BFC9-8205-FC7E-B6C4-3330D22CB505}"/>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1106728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516D2-6521-5A7B-6BB6-B6C61EDC9FCC}"/>
              </a:ext>
            </a:extLst>
          </p:cNvPr>
          <p:cNvSpPr>
            <a:spLocks noGrp="1"/>
          </p:cNvSpPr>
          <p:nvPr>
            <p:ph type="title"/>
          </p:nvPr>
        </p:nvSpPr>
        <p:spPr/>
        <p:txBody>
          <a:bodyPr/>
          <a:lstStyle/>
          <a:p>
            <a:r>
              <a:rPr lang="en-GB" dirty="0"/>
              <a:t>Second Adjudication meeting topics [short]</a:t>
            </a:r>
          </a:p>
        </p:txBody>
      </p:sp>
      <p:graphicFrame>
        <p:nvGraphicFramePr>
          <p:cNvPr id="4" name="Content Placeholder 3">
            <a:extLst>
              <a:ext uri="{FF2B5EF4-FFF2-40B4-BE49-F238E27FC236}">
                <a16:creationId xmlns:a16="http://schemas.microsoft.com/office/drawing/2014/main" id="{D7907224-4AA6-BCD0-8D39-2E781D3EB6FA}"/>
              </a:ext>
            </a:extLst>
          </p:cNvPr>
          <p:cNvGraphicFramePr>
            <a:graphicFrameLocks noGrp="1"/>
          </p:cNvGraphicFramePr>
          <p:nvPr>
            <p:ph idx="1"/>
            <p:extLst>
              <p:ext uri="{D42A27DB-BD31-4B8C-83A1-F6EECF244321}">
                <p14:modId xmlns:p14="http://schemas.microsoft.com/office/powerpoint/2010/main" val="3629254049"/>
              </p:ext>
            </p:extLst>
          </p:nvPr>
        </p:nvGraphicFramePr>
        <p:xfrm>
          <a:off x="838200" y="1460077"/>
          <a:ext cx="9991725" cy="1295400"/>
        </p:xfrm>
        <a:graphic>
          <a:graphicData uri="http://schemas.openxmlformats.org/drawingml/2006/table">
            <a:tbl>
              <a:tblPr>
                <a:tableStyleId>{5C22544A-7EE6-4342-B048-85BDC9FD1C3A}</a:tableStyleId>
              </a:tblPr>
              <a:tblGrid>
                <a:gridCol w="5143649">
                  <a:extLst>
                    <a:ext uri="{9D8B030D-6E8A-4147-A177-3AD203B41FA5}">
                      <a16:colId xmlns:a16="http://schemas.microsoft.com/office/drawing/2014/main" val="3362168341"/>
                    </a:ext>
                  </a:extLst>
                </a:gridCol>
                <a:gridCol w="4848076">
                  <a:extLst>
                    <a:ext uri="{9D8B030D-6E8A-4147-A177-3AD203B41FA5}">
                      <a16:colId xmlns:a16="http://schemas.microsoft.com/office/drawing/2014/main" val="3463557324"/>
                    </a:ext>
                  </a:extLst>
                </a:gridCol>
              </a:tblGrid>
              <a:tr h="0">
                <a:tc>
                  <a:txBody>
                    <a:bodyPr/>
                    <a:lstStyle/>
                    <a:p>
                      <a:pPr>
                        <a:lnSpc>
                          <a:spcPct val="100000"/>
                        </a:lnSpc>
                        <a:spcBef>
                          <a:spcPts val="300"/>
                        </a:spcBef>
                        <a:spcAft>
                          <a:spcPts val="300"/>
                        </a:spcAft>
                      </a:pPr>
                      <a:r>
                        <a:rPr lang="en-GB" sz="1600" dirty="0">
                          <a:effectLst/>
                        </a:rPr>
                        <a:t>Ambiguous wording</a:t>
                      </a:r>
                    </a:p>
                    <a:p>
                      <a:pPr>
                        <a:lnSpc>
                          <a:spcPct val="100000"/>
                        </a:lnSpc>
                        <a:spcBef>
                          <a:spcPts val="300"/>
                        </a:spcBef>
                        <a:spcAft>
                          <a:spcPts val="300"/>
                        </a:spcAft>
                      </a:pPr>
                      <a:r>
                        <a:rPr lang="en-GB" sz="1600" dirty="0">
                          <a:effectLst/>
                        </a:rPr>
                        <a:t>Make clear that the settings for WLA may be changed at any time but only be applied in areas where S-101, S-102 and A-104 data is available.</a:t>
                      </a:r>
                      <a:endParaRPr lang="en-GB" sz="1600" dirty="0">
                        <a:effectLst/>
                        <a:latin typeface="Arial" panose="020B0604020202020204" pitchFamily="34" charset="0"/>
                        <a:ea typeface="Batang" panose="02030600000101010101" pitchFamily="18" charset="-127"/>
                        <a:cs typeface="Times New Roman" panose="02020603050405020304" pitchFamily="18" charset="0"/>
                      </a:endParaRPr>
                    </a:p>
                  </a:txBody>
                  <a:tcPr marL="62865" marR="62865" marT="0" marB="0"/>
                </a:tc>
                <a:tc>
                  <a:txBody>
                    <a:bodyPr/>
                    <a:lstStyle/>
                    <a:p>
                      <a:pPr>
                        <a:lnSpc>
                          <a:spcPct val="100000"/>
                        </a:lnSpc>
                        <a:spcBef>
                          <a:spcPts val="300"/>
                        </a:spcBef>
                        <a:spcAft>
                          <a:spcPts val="300"/>
                        </a:spcAft>
                      </a:pPr>
                      <a:r>
                        <a:rPr lang="en-GB" sz="1600" dirty="0">
                          <a:effectLst/>
                        </a:rPr>
                        <a:t>Better</a:t>
                      </a:r>
                    </a:p>
                    <a:p>
                      <a:pPr>
                        <a:lnSpc>
                          <a:spcPct val="100000"/>
                        </a:lnSpc>
                        <a:spcBef>
                          <a:spcPts val="300"/>
                        </a:spcBef>
                        <a:spcAft>
                          <a:spcPts val="300"/>
                        </a:spcAft>
                      </a:pPr>
                      <a:r>
                        <a:rPr lang="en-GB" sz="1600" dirty="0">
                          <a:effectLst/>
                        </a:rPr>
                        <a:t>The user must be able to select depth information adjustment by water level height. This adjustment must then be applied in areas where S-101, S-102 and S-104 data products are available.</a:t>
                      </a:r>
                      <a:endParaRPr lang="en-GB" sz="1600" dirty="0">
                        <a:effectLst/>
                        <a:latin typeface="Arial" panose="020B0604020202020204" pitchFamily="34" charset="0"/>
                        <a:ea typeface="Batang" panose="02030600000101010101" pitchFamily="18" charset="-127"/>
                        <a:cs typeface="Times New Roman" panose="02020603050405020304" pitchFamily="18" charset="0"/>
                      </a:endParaRPr>
                    </a:p>
                  </a:txBody>
                  <a:tcPr marL="62865" marR="62865" marT="0" marB="0"/>
                </a:tc>
                <a:extLst>
                  <a:ext uri="{0D108BD9-81ED-4DB2-BD59-A6C34878D82A}">
                    <a16:rowId xmlns:a16="http://schemas.microsoft.com/office/drawing/2014/main" val="3891248558"/>
                  </a:ext>
                </a:extLst>
              </a:tr>
            </a:tbl>
          </a:graphicData>
        </a:graphic>
      </p:graphicFrame>
      <p:graphicFrame>
        <p:nvGraphicFramePr>
          <p:cNvPr id="5" name="Table 4">
            <a:extLst>
              <a:ext uri="{FF2B5EF4-FFF2-40B4-BE49-F238E27FC236}">
                <a16:creationId xmlns:a16="http://schemas.microsoft.com/office/drawing/2014/main" id="{220FA213-0DB6-01A4-158C-67DA2DA7AE95}"/>
              </a:ext>
            </a:extLst>
          </p:cNvPr>
          <p:cNvGraphicFramePr>
            <a:graphicFrameLocks noGrp="1"/>
          </p:cNvGraphicFramePr>
          <p:nvPr>
            <p:extLst>
              <p:ext uri="{D42A27DB-BD31-4B8C-83A1-F6EECF244321}">
                <p14:modId xmlns:p14="http://schemas.microsoft.com/office/powerpoint/2010/main" val="1045991428"/>
              </p:ext>
            </p:extLst>
          </p:nvPr>
        </p:nvGraphicFramePr>
        <p:xfrm>
          <a:off x="838199" y="2938272"/>
          <a:ext cx="9991725" cy="1051560"/>
        </p:xfrm>
        <a:graphic>
          <a:graphicData uri="http://schemas.openxmlformats.org/drawingml/2006/table">
            <a:tbl>
              <a:tblPr>
                <a:tableStyleId>{5C22544A-7EE6-4342-B048-85BDC9FD1C3A}</a:tableStyleId>
              </a:tblPr>
              <a:tblGrid>
                <a:gridCol w="5143649">
                  <a:extLst>
                    <a:ext uri="{9D8B030D-6E8A-4147-A177-3AD203B41FA5}">
                      <a16:colId xmlns:a16="http://schemas.microsoft.com/office/drawing/2014/main" val="655979420"/>
                    </a:ext>
                  </a:extLst>
                </a:gridCol>
                <a:gridCol w="4848076">
                  <a:extLst>
                    <a:ext uri="{9D8B030D-6E8A-4147-A177-3AD203B41FA5}">
                      <a16:colId xmlns:a16="http://schemas.microsoft.com/office/drawing/2014/main" val="416536006"/>
                    </a:ext>
                  </a:extLst>
                </a:gridCol>
              </a:tblGrid>
              <a:tr h="0">
                <a:tc>
                  <a:txBody>
                    <a:bodyPr/>
                    <a:lstStyle/>
                    <a:p>
                      <a:pPr>
                        <a:lnSpc>
                          <a:spcPct val="100000"/>
                        </a:lnSpc>
                        <a:spcBef>
                          <a:spcPts val="300"/>
                        </a:spcBef>
                        <a:spcAft>
                          <a:spcPts val="300"/>
                        </a:spcAft>
                      </a:pPr>
                      <a:r>
                        <a:rPr lang="en-GB" sz="1600" dirty="0">
                          <a:effectLst/>
                        </a:rPr>
                        <a:t>Clarify what to display if the boundary lines for WLA areas and ESC areas are co-located</a:t>
                      </a:r>
                    </a:p>
                    <a:p>
                      <a:pPr>
                        <a:lnSpc>
                          <a:spcPct val="100000"/>
                        </a:lnSpc>
                        <a:spcBef>
                          <a:spcPts val="300"/>
                        </a:spcBef>
                        <a:spcAft>
                          <a:spcPts val="300"/>
                        </a:spcAft>
                      </a:pPr>
                      <a:r>
                        <a:rPr lang="en-GB" sz="1600" dirty="0">
                          <a:effectLst/>
                        </a:rPr>
                        <a:t>Proposal: WLA area lines have precedence over ESC area lines</a:t>
                      </a:r>
                      <a:endParaRPr lang="en-GB" sz="1600" dirty="0">
                        <a:effectLst/>
                        <a:latin typeface="Arial" panose="020B0604020202020204" pitchFamily="34" charset="0"/>
                        <a:ea typeface="Batang" panose="02030600000101010101" pitchFamily="18" charset="-127"/>
                        <a:cs typeface="Times New Roman" panose="02020603050405020304" pitchFamily="18" charset="0"/>
                      </a:endParaRPr>
                    </a:p>
                  </a:txBody>
                  <a:tcPr marL="62865" marR="62865" marT="0" marB="0"/>
                </a:tc>
                <a:tc>
                  <a:txBody>
                    <a:bodyPr/>
                    <a:lstStyle/>
                    <a:p>
                      <a:pPr>
                        <a:lnSpc>
                          <a:spcPct val="100000"/>
                        </a:lnSpc>
                        <a:spcBef>
                          <a:spcPts val="300"/>
                        </a:spcBef>
                        <a:spcAft>
                          <a:spcPts val="300"/>
                        </a:spcAft>
                      </a:pPr>
                      <a:r>
                        <a:rPr lang="en-GB" sz="1600" dirty="0">
                          <a:effectLst/>
                        </a:rPr>
                        <a:t>Add</a:t>
                      </a:r>
                    </a:p>
                    <a:p>
                      <a:pPr>
                        <a:lnSpc>
                          <a:spcPct val="100000"/>
                        </a:lnSpc>
                        <a:spcBef>
                          <a:spcPts val="300"/>
                        </a:spcBef>
                        <a:spcAft>
                          <a:spcPts val="300"/>
                        </a:spcAft>
                      </a:pPr>
                      <a:r>
                        <a:rPr lang="en-GB" sz="1600" dirty="0">
                          <a:effectLst/>
                        </a:rPr>
                        <a:t>In cases that the WLA area lines and ESC lines are co-located, only the WLA Area lines must be displayed</a:t>
                      </a:r>
                      <a:endParaRPr lang="en-GB" sz="1600" dirty="0">
                        <a:effectLst/>
                        <a:latin typeface="Arial" panose="020B0604020202020204" pitchFamily="34" charset="0"/>
                        <a:ea typeface="Batang" panose="02030600000101010101" pitchFamily="18" charset="-127"/>
                        <a:cs typeface="Times New Roman" panose="02020603050405020304" pitchFamily="18" charset="0"/>
                      </a:endParaRPr>
                    </a:p>
                  </a:txBody>
                  <a:tcPr marL="62865" marR="62865" marT="0" marB="0"/>
                </a:tc>
                <a:extLst>
                  <a:ext uri="{0D108BD9-81ED-4DB2-BD59-A6C34878D82A}">
                    <a16:rowId xmlns:a16="http://schemas.microsoft.com/office/drawing/2014/main" val="3240546515"/>
                  </a:ext>
                </a:extLst>
              </a:tr>
            </a:tbl>
          </a:graphicData>
        </a:graphic>
      </p:graphicFrame>
      <p:sp>
        <p:nvSpPr>
          <p:cNvPr id="6" name="TextBox 5">
            <a:extLst>
              <a:ext uri="{FF2B5EF4-FFF2-40B4-BE49-F238E27FC236}">
                <a16:creationId xmlns:a16="http://schemas.microsoft.com/office/drawing/2014/main" id="{39358F20-780B-9781-4B77-A88814DA68B1}"/>
              </a:ext>
            </a:extLst>
          </p:cNvPr>
          <p:cNvSpPr txBox="1"/>
          <p:nvPr/>
        </p:nvSpPr>
        <p:spPr>
          <a:xfrm>
            <a:off x="1240221" y="4382814"/>
            <a:ext cx="6152133" cy="646331"/>
          </a:xfrm>
          <a:prstGeom prst="rect">
            <a:avLst/>
          </a:prstGeom>
          <a:noFill/>
        </p:spPr>
        <p:txBody>
          <a:bodyPr wrap="none" rtlCol="0">
            <a:spAutoFit/>
          </a:bodyPr>
          <a:lstStyle/>
          <a:p>
            <a:pPr marL="342900" indent="-342900">
              <a:buAutoNum type="arabicPeriod"/>
            </a:pPr>
            <a:r>
              <a:rPr lang="en-GB" dirty="0"/>
              <a:t>Content and type of update status reports (possibly TSM?)</a:t>
            </a:r>
          </a:p>
          <a:p>
            <a:pPr marL="342900" indent="-342900">
              <a:buAutoNum type="arabicPeriod"/>
            </a:pPr>
            <a:endParaRPr lang="en-GB" dirty="0"/>
          </a:p>
        </p:txBody>
      </p:sp>
    </p:spTree>
    <p:extLst>
      <p:ext uri="{BB962C8B-B14F-4D97-AF65-F5344CB8AC3E}">
        <p14:creationId xmlns:p14="http://schemas.microsoft.com/office/powerpoint/2010/main" val="33716187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E8193-C5C1-C56E-DAF5-A4F709ACD9A1}"/>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1F5AC921-EE46-0700-0EEE-668A6304A9A6}"/>
              </a:ext>
            </a:extLst>
          </p:cNvPr>
          <p:cNvSpPr>
            <a:spLocks noGrp="1"/>
          </p:cNvSpPr>
          <p:nvPr>
            <p:ph idx="1"/>
          </p:nvPr>
        </p:nvSpPr>
        <p:spPr/>
        <p:txBody>
          <a:bodyPr/>
          <a:lstStyle/>
          <a:p>
            <a:r>
              <a:rPr lang="en-GB" sz="1800" dirty="0">
                <a:effectLst/>
                <a:latin typeface="Arial" panose="020B0604020202020204" pitchFamily="34" charset="0"/>
                <a:ea typeface="Batang" panose="02030600000101010101" pitchFamily="18" charset="-127"/>
                <a:cs typeface="Times New Roman" panose="02020603050405020304" pitchFamily="18" charset="0"/>
              </a:rPr>
              <a:t>11.10.3 “If the (default 30 m or the selected) safety contour is not available, then the ECDIS should use the next deeper safety contour.” (also other comments)</a:t>
            </a:r>
          </a:p>
          <a:p>
            <a:r>
              <a:rPr lang="en-GB" sz="1800" dirty="0">
                <a:latin typeface="Arial" panose="020B0604020202020204" pitchFamily="34" charset="0"/>
                <a:ea typeface="Batang" panose="02030600000101010101" pitchFamily="18" charset="-127"/>
                <a:cs typeface="Times New Roman" panose="02020603050405020304" pitchFamily="18" charset="0"/>
              </a:rPr>
              <a:t>UNOFFICIAL data. Requirement, examples? Warning on installation?</a:t>
            </a:r>
          </a:p>
          <a:p>
            <a:r>
              <a:rPr lang="en-GB" sz="1800" dirty="0">
                <a:effectLst/>
                <a:latin typeface="Arial" panose="020B0604020202020204" pitchFamily="34" charset="0"/>
                <a:ea typeface="Batang" panose="02030600000101010101" pitchFamily="18" charset="-127"/>
                <a:cs typeface="Times New Roman" panose="02020603050405020304" pitchFamily="18" charset="0"/>
              </a:rPr>
              <a:t>Graphical indexes need looking at</a:t>
            </a:r>
          </a:p>
          <a:p>
            <a:r>
              <a:rPr lang="en-GB" sz="1800" dirty="0">
                <a:latin typeface="Arial" panose="020B0604020202020204" pitchFamily="34" charset="0"/>
                <a:ea typeface="Batang" panose="02030600000101010101" pitchFamily="18" charset="-127"/>
                <a:cs typeface="Times New Roman" panose="02020603050405020304" pitchFamily="18" charset="0"/>
              </a:rPr>
              <a:t>11.5.1 – what is unofficial data?</a:t>
            </a:r>
          </a:p>
          <a:p>
            <a:endParaRPr lang="en-GB" sz="1800" dirty="0">
              <a:effectLst/>
              <a:latin typeface="Arial" panose="020B0604020202020204" pitchFamily="34" charset="0"/>
              <a:ea typeface="Batang" panose="02030600000101010101" pitchFamily="18" charset="-127"/>
              <a:cs typeface="Times New Roman" panose="02020603050405020304" pitchFamily="18" charset="0"/>
            </a:endParaRPr>
          </a:p>
          <a:p>
            <a:endParaRPr lang="en-GB" dirty="0"/>
          </a:p>
        </p:txBody>
      </p:sp>
      <p:graphicFrame>
        <p:nvGraphicFramePr>
          <p:cNvPr id="4" name="Table 3">
            <a:extLst>
              <a:ext uri="{FF2B5EF4-FFF2-40B4-BE49-F238E27FC236}">
                <a16:creationId xmlns:a16="http://schemas.microsoft.com/office/drawing/2014/main" id="{4466F5BA-05DE-3B0C-E08D-1FFBE660EDD1}"/>
              </a:ext>
            </a:extLst>
          </p:cNvPr>
          <p:cNvGraphicFramePr>
            <a:graphicFrameLocks noGrp="1"/>
          </p:cNvGraphicFramePr>
          <p:nvPr>
            <p:extLst>
              <p:ext uri="{D42A27DB-BD31-4B8C-83A1-F6EECF244321}">
                <p14:modId xmlns:p14="http://schemas.microsoft.com/office/powerpoint/2010/main" val="2559193358"/>
              </p:ext>
            </p:extLst>
          </p:nvPr>
        </p:nvGraphicFramePr>
        <p:xfrm>
          <a:off x="931972" y="4317683"/>
          <a:ext cx="9991725" cy="1859280"/>
        </p:xfrm>
        <a:graphic>
          <a:graphicData uri="http://schemas.openxmlformats.org/drawingml/2006/table">
            <a:tbl>
              <a:tblPr>
                <a:tableStyleId>{5C22544A-7EE6-4342-B048-85BDC9FD1C3A}</a:tableStyleId>
              </a:tblPr>
              <a:tblGrid>
                <a:gridCol w="5143649">
                  <a:extLst>
                    <a:ext uri="{9D8B030D-6E8A-4147-A177-3AD203B41FA5}">
                      <a16:colId xmlns:a16="http://schemas.microsoft.com/office/drawing/2014/main" val="2681632577"/>
                    </a:ext>
                  </a:extLst>
                </a:gridCol>
                <a:gridCol w="4848076">
                  <a:extLst>
                    <a:ext uri="{9D8B030D-6E8A-4147-A177-3AD203B41FA5}">
                      <a16:colId xmlns:a16="http://schemas.microsoft.com/office/drawing/2014/main" val="1010537203"/>
                    </a:ext>
                  </a:extLst>
                </a:gridCol>
              </a:tblGrid>
              <a:tr h="0">
                <a:tc>
                  <a:txBody>
                    <a:bodyPr/>
                    <a:lstStyle/>
                    <a:p>
                      <a:pPr>
                        <a:lnSpc>
                          <a:spcPct val="100000"/>
                        </a:lnSpc>
                        <a:spcBef>
                          <a:spcPts val="300"/>
                        </a:spcBef>
                        <a:spcAft>
                          <a:spcPts val="300"/>
                        </a:spcAft>
                      </a:pPr>
                      <a:r>
                        <a:rPr lang="en-GB" sz="1600">
                          <a:effectLst/>
                        </a:rPr>
                        <a:t>Current wording of the note implies that the ‘Value of safety contour’ in the “ECDIS legend’ only needs to display the values for both selected and displayed contour when the displayed contour is 30m (default). This isn’t the intention.</a:t>
                      </a:r>
                    </a:p>
                    <a:p>
                      <a:pPr>
                        <a:lnSpc>
                          <a:spcPct val="100000"/>
                        </a:lnSpc>
                        <a:spcBef>
                          <a:spcPts val="300"/>
                        </a:spcBef>
                        <a:spcAft>
                          <a:spcPts val="300"/>
                        </a:spcAft>
                      </a:pPr>
                      <a:r>
                        <a:rPr lang="en-GB" sz="1600">
                          <a:effectLst/>
                        </a:rPr>
                        <a:t> </a:t>
                      </a:r>
                    </a:p>
                    <a:p>
                      <a:pPr>
                        <a:lnSpc>
                          <a:spcPct val="100000"/>
                        </a:lnSpc>
                        <a:spcBef>
                          <a:spcPts val="300"/>
                        </a:spcBef>
                        <a:spcAft>
                          <a:spcPts val="300"/>
                        </a:spcAft>
                      </a:pPr>
                      <a:r>
                        <a:rPr lang="en-GB" sz="1600">
                          <a:effectLst/>
                        </a:rPr>
                        <a:t>Also, this is a requirement, not an informational note.</a:t>
                      </a:r>
                      <a:endParaRPr lang="en-GB" sz="1600">
                        <a:effectLst/>
                        <a:latin typeface="Arial" panose="020B0604020202020204" pitchFamily="34" charset="0"/>
                        <a:ea typeface="Batang" panose="02030600000101010101" pitchFamily="18" charset="-127"/>
                        <a:cs typeface="Times New Roman" panose="02020603050405020304" pitchFamily="18" charset="0"/>
                      </a:endParaRPr>
                    </a:p>
                  </a:txBody>
                  <a:tcPr marL="62865" marR="62865" marT="0" marB="0"/>
                </a:tc>
                <a:tc>
                  <a:txBody>
                    <a:bodyPr/>
                    <a:lstStyle/>
                    <a:p>
                      <a:pPr>
                        <a:lnSpc>
                          <a:spcPct val="100000"/>
                        </a:lnSpc>
                        <a:spcBef>
                          <a:spcPts val="300"/>
                        </a:spcBef>
                        <a:spcAft>
                          <a:spcPts val="300"/>
                        </a:spcAft>
                      </a:pPr>
                      <a:r>
                        <a:rPr lang="en-GB" sz="1600" dirty="0">
                          <a:effectLst/>
                        </a:rPr>
                        <a:t>Reword to ”</a:t>
                      </a:r>
                      <a:r>
                        <a:rPr lang="en-GB" sz="1600" strike="sngStrike" dirty="0">
                          <a:effectLst/>
                        </a:rPr>
                        <a:t>Note: </a:t>
                      </a:r>
                      <a:r>
                        <a:rPr lang="en-GB" sz="1600" dirty="0">
                          <a:effectLst/>
                        </a:rPr>
                        <a:t> If the Mariner has selected a contour that is not available in the ENC </a:t>
                      </a:r>
                      <a:r>
                        <a:rPr lang="en-GB" sz="1600" strike="sngStrike" dirty="0">
                          <a:effectLst/>
                        </a:rPr>
                        <a:t>and the ECDIS displays a default contour,</a:t>
                      </a:r>
                      <a:r>
                        <a:rPr lang="en-GB" sz="1600" dirty="0">
                          <a:effectLst/>
                        </a:rPr>
                        <a:t> both the contour selected and the contour displayed at the selected position must be displayed </a:t>
                      </a:r>
                      <a:r>
                        <a:rPr lang="en-GB" sz="1600" strike="sngStrike" dirty="0">
                          <a:effectLst/>
                        </a:rPr>
                        <a:t>quoted</a:t>
                      </a:r>
                      <a:r>
                        <a:rPr lang="en-GB" sz="1600" dirty="0">
                          <a:effectLst/>
                        </a:rPr>
                        <a:t>”</a:t>
                      </a:r>
                      <a:endParaRPr lang="en-GB" sz="1600" dirty="0">
                        <a:effectLst/>
                        <a:latin typeface="Arial" panose="020B0604020202020204" pitchFamily="34" charset="0"/>
                        <a:ea typeface="Batang" panose="02030600000101010101" pitchFamily="18" charset="-127"/>
                        <a:cs typeface="Times New Roman" panose="02020603050405020304" pitchFamily="18" charset="0"/>
                      </a:endParaRPr>
                    </a:p>
                  </a:txBody>
                  <a:tcPr marL="62865" marR="62865" marT="0" marB="0"/>
                </a:tc>
                <a:extLst>
                  <a:ext uri="{0D108BD9-81ED-4DB2-BD59-A6C34878D82A}">
                    <a16:rowId xmlns:a16="http://schemas.microsoft.com/office/drawing/2014/main" val="2928469683"/>
                  </a:ext>
                </a:extLst>
              </a:tr>
            </a:tbl>
          </a:graphicData>
        </a:graphic>
      </p:graphicFrame>
    </p:spTree>
    <p:extLst>
      <p:ext uri="{BB962C8B-B14F-4D97-AF65-F5344CB8AC3E}">
        <p14:creationId xmlns:p14="http://schemas.microsoft.com/office/powerpoint/2010/main" val="38875195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FE9D6-A3A1-8C04-ED24-234CA4C12E9D}"/>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BF496349-5FB2-47E2-4C50-279B523219DE}"/>
              </a:ext>
            </a:extLst>
          </p:cNvPr>
          <p:cNvSpPr>
            <a:spLocks noGrp="1"/>
          </p:cNvSpPr>
          <p:nvPr>
            <p:ph idx="1"/>
          </p:nvPr>
        </p:nvSpPr>
        <p:spPr>
          <a:xfrm>
            <a:off x="838200" y="1825625"/>
            <a:ext cx="3586655" cy="4351338"/>
          </a:xfrm>
        </p:spPr>
        <p:txBody>
          <a:bodyPr/>
          <a:lstStyle/>
          <a:p>
            <a:r>
              <a:rPr lang="en-GB" dirty="0"/>
              <a:t>Units in rows, not column headings</a:t>
            </a:r>
          </a:p>
          <a:p>
            <a:r>
              <a:rPr lang="en-GB" dirty="0"/>
              <a:t>Rate, not Rates</a:t>
            </a:r>
          </a:p>
          <a:p>
            <a:r>
              <a:rPr lang="en-GB" dirty="0"/>
              <a:t>High water and springs in blue</a:t>
            </a:r>
          </a:p>
          <a:p>
            <a:r>
              <a:rPr lang="en-GB" dirty="0"/>
              <a:t>Degree symbol</a:t>
            </a:r>
          </a:p>
          <a:p>
            <a:r>
              <a:rPr lang="en-GB" dirty="0"/>
              <a:t>Take out knots </a:t>
            </a:r>
            <a:r>
              <a:rPr lang="en-GB"/>
              <a:t>and degrees</a:t>
            </a:r>
          </a:p>
        </p:txBody>
      </p:sp>
      <p:pic>
        <p:nvPicPr>
          <p:cNvPr id="4" name="Picture 3">
            <a:extLst>
              <a:ext uri="{FF2B5EF4-FFF2-40B4-BE49-F238E27FC236}">
                <a16:creationId xmlns:a16="http://schemas.microsoft.com/office/drawing/2014/main" id="{1FE82DF0-11D1-BEC2-E5D4-98D6D08FADD4}"/>
              </a:ext>
            </a:extLst>
          </p:cNvPr>
          <p:cNvPicPr>
            <a:picLocks noChangeAspect="1"/>
          </p:cNvPicPr>
          <p:nvPr/>
        </p:nvPicPr>
        <p:blipFill>
          <a:blip r:embed="rId2"/>
          <a:stretch>
            <a:fillRect/>
          </a:stretch>
        </p:blipFill>
        <p:spPr>
          <a:xfrm>
            <a:off x="5193206" y="1027906"/>
            <a:ext cx="6388100" cy="5257800"/>
          </a:xfrm>
          <a:prstGeom prst="rect">
            <a:avLst/>
          </a:prstGeom>
        </p:spPr>
      </p:pic>
    </p:spTree>
    <p:extLst>
      <p:ext uri="{BB962C8B-B14F-4D97-AF65-F5344CB8AC3E}">
        <p14:creationId xmlns:p14="http://schemas.microsoft.com/office/powerpoint/2010/main" val="32999396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67512-51DB-A4F2-E690-40F1F5AC3DD0}"/>
              </a:ext>
            </a:extLst>
          </p:cNvPr>
          <p:cNvSpPr>
            <a:spLocks noGrp="1"/>
          </p:cNvSpPr>
          <p:nvPr>
            <p:ph type="title"/>
          </p:nvPr>
        </p:nvSpPr>
        <p:spPr/>
        <p:txBody>
          <a:bodyPr/>
          <a:lstStyle/>
          <a:p>
            <a:r>
              <a:rPr lang="en-GB" dirty="0"/>
              <a:t>Other topics</a:t>
            </a:r>
          </a:p>
        </p:txBody>
      </p:sp>
      <p:sp>
        <p:nvSpPr>
          <p:cNvPr id="3" name="Content Placeholder 2">
            <a:extLst>
              <a:ext uri="{FF2B5EF4-FFF2-40B4-BE49-F238E27FC236}">
                <a16:creationId xmlns:a16="http://schemas.microsoft.com/office/drawing/2014/main" id="{03037B5A-72D2-2506-18D2-3EF1C5A4F2FA}"/>
              </a:ext>
            </a:extLst>
          </p:cNvPr>
          <p:cNvSpPr>
            <a:spLocks noGrp="1"/>
          </p:cNvSpPr>
          <p:nvPr>
            <p:ph idx="1"/>
          </p:nvPr>
        </p:nvSpPr>
        <p:spPr/>
        <p:txBody>
          <a:bodyPr>
            <a:normAutofit fontScale="92500" lnSpcReduction="20000"/>
          </a:bodyPr>
          <a:lstStyle/>
          <a:p>
            <a:r>
              <a:rPr lang="en-GB" dirty="0"/>
              <a:t>ENDS? What is in Update Status Reports.?</a:t>
            </a:r>
          </a:p>
          <a:p>
            <a:r>
              <a:rPr lang="en-GB" dirty="0"/>
              <a:t>The odd “should” / “shall” is still in the document</a:t>
            </a:r>
          </a:p>
          <a:p>
            <a:r>
              <a:rPr lang="en-GB" dirty="0"/>
              <a:t>Gaps in ENC coverage (from S-52)?</a:t>
            </a:r>
          </a:p>
          <a:p>
            <a:r>
              <a:rPr lang="en-GB" dirty="0"/>
              <a:t>S-124 stuff…</a:t>
            </a:r>
          </a:p>
          <a:p>
            <a:r>
              <a:rPr lang="en-GB" dirty="0"/>
              <a:t>Amendments and Version/Editions in the references list.</a:t>
            </a:r>
          </a:p>
          <a:p>
            <a:r>
              <a:rPr lang="en-GB" dirty="0"/>
              <a:t>Merging light information in pick reports. Proposal</a:t>
            </a:r>
          </a:p>
          <a:p>
            <a:r>
              <a:rPr lang="en-GB" dirty="0"/>
              <a:t>Official / Non-official data. Need to decide how to handle.</a:t>
            </a:r>
          </a:p>
          <a:p>
            <a:r>
              <a:rPr lang="en-GB" dirty="0"/>
              <a:t>Uncertainty calculations (clarify)</a:t>
            </a:r>
          </a:p>
          <a:p>
            <a:r>
              <a:rPr lang="en-GB" dirty="0"/>
              <a:t>How does the ECDIS provide alerts for manual updates.?</a:t>
            </a:r>
          </a:p>
          <a:p>
            <a:r>
              <a:rPr lang="en-GB" dirty="0"/>
              <a:t>Use of symbols vs use of PC for </a:t>
            </a:r>
            <a:r>
              <a:rPr lang="en-GB"/>
              <a:t>manual updates.  </a:t>
            </a:r>
            <a:endParaRPr lang="en-GB" dirty="0"/>
          </a:p>
          <a:p>
            <a:endParaRPr lang="en-GB" dirty="0"/>
          </a:p>
        </p:txBody>
      </p:sp>
    </p:spTree>
    <p:extLst>
      <p:ext uri="{BB962C8B-B14F-4D97-AF65-F5344CB8AC3E}">
        <p14:creationId xmlns:p14="http://schemas.microsoft.com/office/powerpoint/2010/main" val="40470917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18EB2-9B66-82E5-4AC7-9D657F66DF92}"/>
              </a:ext>
            </a:extLst>
          </p:cNvPr>
          <p:cNvSpPr>
            <a:spLocks noGrp="1"/>
          </p:cNvSpPr>
          <p:nvPr>
            <p:ph type="title"/>
          </p:nvPr>
        </p:nvSpPr>
        <p:spPr/>
        <p:txBody>
          <a:bodyPr/>
          <a:lstStyle/>
          <a:p>
            <a:r>
              <a:rPr lang="en-GB" dirty="0"/>
              <a:t>4.2 [DE]</a:t>
            </a:r>
          </a:p>
        </p:txBody>
      </p:sp>
      <p:graphicFrame>
        <p:nvGraphicFramePr>
          <p:cNvPr id="4" name="Table 3">
            <a:extLst>
              <a:ext uri="{FF2B5EF4-FFF2-40B4-BE49-F238E27FC236}">
                <a16:creationId xmlns:a16="http://schemas.microsoft.com/office/drawing/2014/main" id="{22374FA6-B069-EFC5-2DBA-81B3706DBDFA}"/>
              </a:ext>
            </a:extLst>
          </p:cNvPr>
          <p:cNvGraphicFramePr>
            <a:graphicFrameLocks noGrp="1"/>
          </p:cNvGraphicFramePr>
          <p:nvPr>
            <p:extLst>
              <p:ext uri="{D42A27DB-BD31-4B8C-83A1-F6EECF244321}">
                <p14:modId xmlns:p14="http://schemas.microsoft.com/office/powerpoint/2010/main" val="2601642560"/>
              </p:ext>
            </p:extLst>
          </p:nvPr>
        </p:nvGraphicFramePr>
        <p:xfrm>
          <a:off x="995635" y="1935480"/>
          <a:ext cx="9991725" cy="2987040"/>
        </p:xfrm>
        <a:graphic>
          <a:graphicData uri="http://schemas.openxmlformats.org/drawingml/2006/table">
            <a:tbl>
              <a:tblPr>
                <a:tableStyleId>{5C22544A-7EE6-4342-B048-85BDC9FD1C3A}</a:tableStyleId>
              </a:tblPr>
              <a:tblGrid>
                <a:gridCol w="5143649">
                  <a:extLst>
                    <a:ext uri="{9D8B030D-6E8A-4147-A177-3AD203B41FA5}">
                      <a16:colId xmlns:a16="http://schemas.microsoft.com/office/drawing/2014/main" val="3506024796"/>
                    </a:ext>
                  </a:extLst>
                </a:gridCol>
                <a:gridCol w="4848076">
                  <a:extLst>
                    <a:ext uri="{9D8B030D-6E8A-4147-A177-3AD203B41FA5}">
                      <a16:colId xmlns:a16="http://schemas.microsoft.com/office/drawing/2014/main" val="2472237908"/>
                    </a:ext>
                  </a:extLst>
                </a:gridCol>
              </a:tblGrid>
              <a:tr h="0">
                <a:tc>
                  <a:txBody>
                    <a:bodyPr/>
                    <a:lstStyle/>
                    <a:p>
                      <a:pPr>
                        <a:lnSpc>
                          <a:spcPct val="100000"/>
                        </a:lnSpc>
                        <a:spcBef>
                          <a:spcPts val="300"/>
                        </a:spcBef>
                        <a:spcAft>
                          <a:spcPts val="300"/>
                        </a:spcAft>
                      </a:pPr>
                      <a:r>
                        <a:rPr lang="en-GB" sz="1600">
                          <a:effectLst/>
                        </a:rPr>
                        <a:t>The explanations for “additional layers” are a bit confusing. </a:t>
                      </a:r>
                    </a:p>
                    <a:p>
                      <a:pPr>
                        <a:lnSpc>
                          <a:spcPct val="100000"/>
                        </a:lnSpc>
                        <a:spcBef>
                          <a:spcPts val="300"/>
                        </a:spcBef>
                        <a:spcAft>
                          <a:spcPts val="300"/>
                        </a:spcAft>
                      </a:pPr>
                      <a:r>
                        <a:rPr lang="en-GB" sz="1600">
                          <a:effectLst/>
                        </a:rPr>
                        <a:t>“Additional information is information that is not contained in the ENC, while enhanced information are layers that contain improved, detailed or higher resolution information than the ENC.”</a:t>
                      </a:r>
                    </a:p>
                    <a:p>
                      <a:pPr>
                        <a:lnSpc>
                          <a:spcPct val="100000"/>
                        </a:lnSpc>
                        <a:spcBef>
                          <a:spcPts val="300"/>
                        </a:spcBef>
                        <a:spcAft>
                          <a:spcPts val="300"/>
                        </a:spcAft>
                      </a:pPr>
                      <a:r>
                        <a:rPr lang="en-GB" sz="1600">
                          <a:effectLst/>
                        </a:rPr>
                        <a:t>The enhanced information is also not contained in ENC.</a:t>
                      </a:r>
                    </a:p>
                    <a:p>
                      <a:pPr>
                        <a:lnSpc>
                          <a:spcPct val="100000"/>
                        </a:lnSpc>
                        <a:spcBef>
                          <a:spcPts val="300"/>
                        </a:spcBef>
                        <a:spcAft>
                          <a:spcPts val="300"/>
                        </a:spcAft>
                      </a:pPr>
                      <a:r>
                        <a:rPr lang="en-GB" sz="1600">
                          <a:effectLst/>
                        </a:rPr>
                        <a:t>According to the section of S-100 “16a-4.2.2 Other systems” there is obviously no clear difference in content between additional or enhanced information.</a:t>
                      </a:r>
                    </a:p>
                    <a:p>
                      <a:pPr>
                        <a:lnSpc>
                          <a:spcPct val="100000"/>
                        </a:lnSpc>
                        <a:spcBef>
                          <a:spcPts val="300"/>
                        </a:spcBef>
                        <a:spcAft>
                          <a:spcPts val="300"/>
                        </a:spcAft>
                      </a:pPr>
                      <a:r>
                        <a:rPr lang="en-GB" sz="1600">
                          <a:effectLst/>
                        </a:rPr>
                        <a:t> </a:t>
                      </a:r>
                      <a:endParaRPr lang="en-GB" sz="1600">
                        <a:effectLst/>
                        <a:latin typeface="Arial" panose="020B0604020202020204" pitchFamily="34" charset="0"/>
                        <a:ea typeface="Batang" panose="02030600000101010101" pitchFamily="18" charset="-127"/>
                        <a:cs typeface="Times New Roman" panose="02020603050405020304" pitchFamily="18" charset="0"/>
                      </a:endParaRPr>
                    </a:p>
                  </a:txBody>
                  <a:tcPr marL="62865" marR="62865" marT="0" marB="0"/>
                </a:tc>
                <a:tc>
                  <a:txBody>
                    <a:bodyPr/>
                    <a:lstStyle/>
                    <a:p>
                      <a:pPr>
                        <a:lnSpc>
                          <a:spcPct val="100000"/>
                        </a:lnSpc>
                        <a:spcBef>
                          <a:spcPts val="300"/>
                        </a:spcBef>
                        <a:spcAft>
                          <a:spcPts val="300"/>
                        </a:spcAft>
                      </a:pPr>
                      <a:r>
                        <a:rPr lang="en-GB" sz="1600" dirty="0">
                          <a:effectLst/>
                        </a:rPr>
                        <a:t>Transfer from S-100??</a:t>
                      </a:r>
                    </a:p>
                    <a:p>
                      <a:pPr>
                        <a:lnSpc>
                          <a:spcPct val="100000"/>
                        </a:lnSpc>
                        <a:spcBef>
                          <a:spcPts val="300"/>
                        </a:spcBef>
                        <a:spcAft>
                          <a:spcPts val="300"/>
                        </a:spcAft>
                      </a:pPr>
                      <a:r>
                        <a:rPr lang="en-GB" sz="1600" dirty="0">
                          <a:effectLst/>
                        </a:rPr>
                        <a:t>“Generally, ENC charts form the base layer in a VTMIS and other data sources form layers of additional information or enhanced information to aid the VTMIS operator in monitoring and decision making. Examples of additional layers included radar and AIS for target tracking, …”</a:t>
                      </a:r>
                      <a:endParaRPr lang="en-GB" sz="1600" dirty="0">
                        <a:effectLst/>
                        <a:latin typeface="Arial" panose="020B0604020202020204" pitchFamily="34" charset="0"/>
                        <a:ea typeface="Batang" panose="02030600000101010101" pitchFamily="18" charset="-127"/>
                        <a:cs typeface="Times New Roman" panose="02020603050405020304" pitchFamily="18" charset="0"/>
                      </a:endParaRPr>
                    </a:p>
                  </a:txBody>
                  <a:tcPr marL="62865" marR="62865" marT="0" marB="0"/>
                </a:tc>
                <a:extLst>
                  <a:ext uri="{0D108BD9-81ED-4DB2-BD59-A6C34878D82A}">
                    <a16:rowId xmlns:a16="http://schemas.microsoft.com/office/drawing/2014/main" val="2478038185"/>
                  </a:ext>
                </a:extLst>
              </a:tr>
            </a:tbl>
          </a:graphicData>
        </a:graphic>
      </p:graphicFrame>
      <p:graphicFrame>
        <p:nvGraphicFramePr>
          <p:cNvPr id="5" name="Table 4">
            <a:extLst>
              <a:ext uri="{FF2B5EF4-FFF2-40B4-BE49-F238E27FC236}">
                <a16:creationId xmlns:a16="http://schemas.microsoft.com/office/drawing/2014/main" id="{5C96901B-AC94-7FE0-D1BB-BF71479A91DC}"/>
              </a:ext>
            </a:extLst>
          </p:cNvPr>
          <p:cNvGraphicFramePr>
            <a:graphicFrameLocks noGrp="1"/>
          </p:cNvGraphicFramePr>
          <p:nvPr>
            <p:extLst>
              <p:ext uri="{D42A27DB-BD31-4B8C-83A1-F6EECF244321}">
                <p14:modId xmlns:p14="http://schemas.microsoft.com/office/powerpoint/2010/main" val="403853790"/>
              </p:ext>
            </p:extLst>
          </p:nvPr>
        </p:nvGraphicFramePr>
        <p:xfrm>
          <a:off x="995634" y="5167312"/>
          <a:ext cx="9991725" cy="731520"/>
        </p:xfrm>
        <a:graphic>
          <a:graphicData uri="http://schemas.openxmlformats.org/drawingml/2006/table">
            <a:tbl>
              <a:tblPr>
                <a:tableStyleId>{5C22544A-7EE6-4342-B048-85BDC9FD1C3A}</a:tableStyleId>
              </a:tblPr>
              <a:tblGrid>
                <a:gridCol w="5143649">
                  <a:extLst>
                    <a:ext uri="{9D8B030D-6E8A-4147-A177-3AD203B41FA5}">
                      <a16:colId xmlns:a16="http://schemas.microsoft.com/office/drawing/2014/main" val="1687756899"/>
                    </a:ext>
                  </a:extLst>
                </a:gridCol>
                <a:gridCol w="4848076">
                  <a:extLst>
                    <a:ext uri="{9D8B030D-6E8A-4147-A177-3AD203B41FA5}">
                      <a16:colId xmlns:a16="http://schemas.microsoft.com/office/drawing/2014/main" val="260976229"/>
                    </a:ext>
                  </a:extLst>
                </a:gridCol>
              </a:tblGrid>
              <a:tr h="0">
                <a:tc>
                  <a:txBody>
                    <a:bodyPr/>
                    <a:lstStyle/>
                    <a:p>
                      <a:pPr>
                        <a:lnSpc>
                          <a:spcPct val="100000"/>
                        </a:lnSpc>
                        <a:spcBef>
                          <a:spcPts val="300"/>
                        </a:spcBef>
                        <a:spcAft>
                          <a:spcPts val="300"/>
                        </a:spcAft>
                      </a:pPr>
                      <a:r>
                        <a:rPr lang="en-GB" sz="1600">
                          <a:effectLst/>
                        </a:rPr>
                        <a:t>The first point refers to the physical chart information. The second point could accordingly refer to the “thematic chart information”.</a:t>
                      </a:r>
                      <a:endParaRPr lang="en-GB" sz="1600">
                        <a:effectLst/>
                        <a:latin typeface="Arial" panose="020B0604020202020204" pitchFamily="34" charset="0"/>
                        <a:ea typeface="Batang" panose="02030600000101010101" pitchFamily="18" charset="-127"/>
                        <a:cs typeface="Times New Roman" panose="02020603050405020304" pitchFamily="18" charset="0"/>
                      </a:endParaRPr>
                    </a:p>
                  </a:txBody>
                  <a:tcPr marL="62865" marR="62865" marT="0" marB="0"/>
                </a:tc>
                <a:tc>
                  <a:txBody>
                    <a:bodyPr/>
                    <a:lstStyle/>
                    <a:p>
                      <a:pPr>
                        <a:lnSpc>
                          <a:spcPct val="100000"/>
                        </a:lnSpc>
                        <a:spcBef>
                          <a:spcPts val="300"/>
                        </a:spcBef>
                        <a:spcAft>
                          <a:spcPts val="300"/>
                        </a:spcAft>
                      </a:pPr>
                      <a:r>
                        <a:rPr lang="en-GB" sz="1600" dirty="0">
                          <a:effectLst/>
                        </a:rPr>
                        <a:t>“thematic chart information, for example traffic routeing; specified areas; cautions; etc.;”</a:t>
                      </a:r>
                      <a:endParaRPr lang="en-GB" sz="1600" dirty="0">
                        <a:effectLst/>
                        <a:latin typeface="Arial" panose="020B0604020202020204" pitchFamily="34" charset="0"/>
                        <a:ea typeface="Batang" panose="02030600000101010101" pitchFamily="18" charset="-127"/>
                        <a:cs typeface="Times New Roman" panose="02020603050405020304" pitchFamily="18" charset="0"/>
                      </a:endParaRPr>
                    </a:p>
                  </a:txBody>
                  <a:tcPr marL="62865" marR="62865" marT="0" marB="0"/>
                </a:tc>
                <a:extLst>
                  <a:ext uri="{0D108BD9-81ED-4DB2-BD59-A6C34878D82A}">
                    <a16:rowId xmlns:a16="http://schemas.microsoft.com/office/drawing/2014/main" val="588983536"/>
                  </a:ext>
                </a:extLst>
              </a:tr>
            </a:tbl>
          </a:graphicData>
        </a:graphic>
      </p:graphicFrame>
    </p:spTree>
    <p:extLst>
      <p:ext uri="{BB962C8B-B14F-4D97-AF65-F5344CB8AC3E}">
        <p14:creationId xmlns:p14="http://schemas.microsoft.com/office/powerpoint/2010/main" val="5185800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2445D-EE30-465B-CD22-E592A6E36CD0}"/>
              </a:ext>
            </a:extLst>
          </p:cNvPr>
          <p:cNvSpPr>
            <a:spLocks noGrp="1"/>
          </p:cNvSpPr>
          <p:nvPr>
            <p:ph type="title"/>
          </p:nvPr>
        </p:nvSpPr>
        <p:spPr/>
        <p:txBody>
          <a:bodyPr/>
          <a:lstStyle/>
          <a:p>
            <a:endParaRPr lang="en-GB" dirty="0"/>
          </a:p>
        </p:txBody>
      </p:sp>
      <p:sp>
        <p:nvSpPr>
          <p:cNvPr id="3" name="Content Placeholder 2">
            <a:extLst>
              <a:ext uri="{FF2B5EF4-FFF2-40B4-BE49-F238E27FC236}">
                <a16:creationId xmlns:a16="http://schemas.microsoft.com/office/drawing/2014/main" id="{C85AAAB0-33C3-4B78-E0F0-EB65F8C05863}"/>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377528263"/>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IC_Stuff" id="{7EB4A1A4-DE80-4AED-B90B-0D4C97F0BFAA}" vid="{AB3974AC-2916-4F91-8C8E-185544D72609}"/>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1927</TotalTime>
  <Words>1849</Words>
  <Application>Microsoft Macintosh PowerPoint</Application>
  <PresentationFormat>Widescreen</PresentationFormat>
  <Paragraphs>169</Paragraphs>
  <Slides>20</Slides>
  <Notes>2</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20</vt:i4>
      </vt:variant>
    </vt:vector>
  </HeadingPairs>
  <TitlesOfParts>
    <vt:vector size="29" baseType="lpstr">
      <vt:lpstr>Aptos</vt:lpstr>
      <vt:lpstr>Aptos Display</vt:lpstr>
      <vt:lpstr>Arial</vt:lpstr>
      <vt:lpstr>Calibri</vt:lpstr>
      <vt:lpstr>Calibri Light</vt:lpstr>
      <vt:lpstr>Wingdings</vt:lpstr>
      <vt:lpstr>1_Office Theme</vt:lpstr>
      <vt:lpstr>2_Office Theme</vt:lpstr>
      <vt:lpstr>Thème Office</vt:lpstr>
      <vt:lpstr>PowerPoint Presentation</vt:lpstr>
      <vt:lpstr>Agenda</vt:lpstr>
      <vt:lpstr>Comment Adjudication process</vt:lpstr>
      <vt:lpstr>Comment Adjudication</vt:lpstr>
      <vt:lpstr>Comment Adjudication – Selected topics</vt:lpstr>
      <vt:lpstr>And (maybe for next meeting)</vt:lpstr>
      <vt:lpstr>Use of S-102 and S-104 (and overlaps)</vt:lpstr>
      <vt:lpstr>Enhanced Safety contour Issues [OSI]</vt:lpstr>
      <vt:lpstr>Enhanced Safety contour Issues [OSI]</vt:lpstr>
      <vt:lpstr>PowerPoint Presentation</vt:lpstr>
      <vt:lpstr>Proposal:</vt:lpstr>
      <vt:lpstr>Clarifications needed</vt:lpstr>
      <vt:lpstr>Change proposal</vt:lpstr>
      <vt:lpstr>PowerPoint Presentation</vt:lpstr>
      <vt:lpstr>Second Adjudication meeting topics [short]</vt:lpstr>
      <vt:lpstr>PowerPoint Presentation</vt:lpstr>
      <vt:lpstr>PowerPoint Presentation</vt:lpstr>
      <vt:lpstr>Other topics</vt:lpstr>
      <vt:lpstr>4.2 [DE]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jonathan pritchard</dc:creator>
  <cp:lastModifiedBy>jon pritchard</cp:lastModifiedBy>
  <cp:revision>94</cp:revision>
  <dcterms:created xsi:type="dcterms:W3CDTF">2025-12-09T14:51:16Z</dcterms:created>
  <dcterms:modified xsi:type="dcterms:W3CDTF">2026-03-09T12:53:17Z</dcterms:modified>
</cp:coreProperties>
</file>